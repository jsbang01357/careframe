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fc011e2899a4e38" /><Relationship Type="http://schemas.openxmlformats.org/officeDocument/2006/relationships/extended-properties" Target="/docProps/app.xml" Id="Rd76e57d287784c9f" /><Relationship Type="http://schemas.openxmlformats.org/officeDocument/2006/relationships/officeDocument" Target="/ppt/presentation.xml" Id="Rea2066c284f949d9" /></Relationships>
</file>

<file path=ppt/presentation.xml><?xml version="1.0" encoding="utf-8"?>
<p:presentation xmlns:p="http://schemas.openxmlformats.org/presentationml/2006/main">
  <p:sldMasterIdLst>
    <p:sldMasterId xmlns:r="http://schemas.openxmlformats.org/officeDocument/2006/relationships" id="2147483648" r:id="R2b8deaec1bf84e7d"/>
  </p:sldMasterIdLst>
  <p:notesMasterIdLst>
    <p:notesMasterId xmlns:r="http://schemas.openxmlformats.org/officeDocument/2006/relationships" r:id="R947b5c32cf1e492a"/>
  </p:notesMasterIdLst>
  <p:sldIdLst>
    <p:sldId xmlns:r="http://schemas.openxmlformats.org/officeDocument/2006/relationships" id="256" r:id="Re0773e0a3a2e40c4"/>
    <p:sldId xmlns:r="http://schemas.openxmlformats.org/officeDocument/2006/relationships" id="257" r:id="R51a62496c3784684"/>
    <p:sldId xmlns:r="http://schemas.openxmlformats.org/officeDocument/2006/relationships" id="258" r:id="R9011f4b13feb4297"/>
    <p:sldId xmlns:r="http://schemas.openxmlformats.org/officeDocument/2006/relationships" id="259" r:id="R34ca18882924485d"/>
    <p:sldId xmlns:r="http://schemas.openxmlformats.org/officeDocument/2006/relationships" id="260" r:id="Ra61904dc961d4a93"/>
    <p:sldId xmlns:r="http://schemas.openxmlformats.org/officeDocument/2006/relationships" id="261" r:id="R5ac86138834d4347"/>
    <p:sldId xmlns:r="http://schemas.openxmlformats.org/officeDocument/2006/relationships" id="262" r:id="Raeae1b38cd0b4afd"/>
    <p:sldId xmlns:r="http://schemas.openxmlformats.org/officeDocument/2006/relationships" id="263" r:id="Refa95429a4be450d"/>
    <p:sldId xmlns:r="http://schemas.openxmlformats.org/officeDocument/2006/relationships" id="264" r:id="R6503f9cb06834d05"/>
    <p:sldId xmlns:r="http://schemas.openxmlformats.org/officeDocument/2006/relationships" id="265" r:id="R345486196cdd44c2"/>
  </p:sldIdLst>
  <p:sldSz cx="12192000" cy="68580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d01cd2766104ab3" /><Relationship Type="http://schemas.openxmlformats.org/officeDocument/2006/relationships/slideMaster" Target="/ppt/slideMasters/slideMaster1.xml" Id="R2b8deaec1bf84e7d" /><Relationship Type="http://schemas.openxmlformats.org/officeDocument/2006/relationships/notesMaster" Target="/ppt/notesMasters/notesMaster1.xml" Id="R947b5c32cf1e492a" /><Relationship Type="http://schemas.openxmlformats.org/officeDocument/2006/relationships/presProps" Target="/ppt/presProps.xml" Id="R5a910c22d2a74130" /><Relationship Type="http://schemas.openxmlformats.org/officeDocument/2006/relationships/viewProps" Target="/ppt/viewProps.xml" Id="R45f0ae87e43b4f0e" /><Relationship Type="http://schemas.openxmlformats.org/officeDocument/2006/relationships/tableStyles" Target="/ppt/tableStyles.xml" Id="R86495af439a44481" /><Relationship Type="http://schemas.openxmlformats.org/officeDocument/2006/relationships/slide" Target="/ppt/slides/slide1.xml" Id="Re0773e0a3a2e40c4" /><Relationship Type="http://schemas.openxmlformats.org/officeDocument/2006/relationships/slide" Target="/ppt/slides/slide2.xml" Id="R51a62496c3784684" /><Relationship Type="http://schemas.openxmlformats.org/officeDocument/2006/relationships/slide" Target="/ppt/slides/slide3.xml" Id="R9011f4b13feb4297" /><Relationship Type="http://schemas.openxmlformats.org/officeDocument/2006/relationships/slide" Target="/ppt/slides/slide4.xml" Id="R34ca18882924485d" /><Relationship Type="http://schemas.openxmlformats.org/officeDocument/2006/relationships/slide" Target="/ppt/slides/slide5.xml" Id="Ra61904dc961d4a93" /><Relationship Type="http://schemas.openxmlformats.org/officeDocument/2006/relationships/slide" Target="/ppt/slides/slide6.xml" Id="R5ac86138834d4347" /><Relationship Type="http://schemas.openxmlformats.org/officeDocument/2006/relationships/slide" Target="/ppt/slides/slide7.xml" Id="Raeae1b38cd0b4afd" /><Relationship Type="http://schemas.openxmlformats.org/officeDocument/2006/relationships/slide" Target="/ppt/slides/slide8.xml" Id="Refa95429a4be450d" /><Relationship Type="http://schemas.openxmlformats.org/officeDocument/2006/relationships/slide" Target="/ppt/slides/slide9.xml" Id="R6503f9cb06834d05" /><Relationship Type="http://schemas.openxmlformats.org/officeDocument/2006/relationships/slide" Target="/ppt/slides/slide10.xml" Id="R345486196cdd44c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8daf91ee5404a1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anumSquar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anumSquar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7712264a7734322" /><Relationship Type="http://schemas.openxmlformats.org/officeDocument/2006/relationships/notesMaster" Target="/ppt/notesMasters/notesMaster1.xml" Id="Rc95f34db49aa467e" /></Relationships>
</file>

<file path=ppt/notesSlides/_rels/notesSlide2.xml.rels>&#65279;<?xml version="1.0" encoding="utf-8"?><Relationships xmlns="http://schemas.openxmlformats.org/package/2006/relationships"><Relationship Type="http://schemas.openxmlformats.org/officeDocument/2006/relationships/slide" Target="/ppt/slides/slide2.xml" Id="R4b4c9267c6dd41b3" /><Relationship Type="http://schemas.openxmlformats.org/officeDocument/2006/relationships/notesMaster" Target="/ppt/notesMasters/notesMaster1.xml" Id="Rbefcab0cbf534f00" /></Relationships>
</file>

<file path=ppt/notesSlides/_rels/notesSlide3.xml.rels>&#65279;<?xml version="1.0" encoding="utf-8"?><Relationships xmlns="http://schemas.openxmlformats.org/package/2006/relationships"><Relationship Type="http://schemas.openxmlformats.org/officeDocument/2006/relationships/slide" Target="/ppt/slides/slide3.xml" Id="R52f353fe030d4b87" /><Relationship Type="http://schemas.openxmlformats.org/officeDocument/2006/relationships/notesMaster" Target="/ppt/notesMasters/notesMaster1.xml" Id="R7f5d4e284be8419f" /></Relationships>
</file>

<file path=ppt/notesSlides/_rels/notesSlide4.xml.rels>&#65279;<?xml version="1.0" encoding="utf-8"?><Relationships xmlns="http://schemas.openxmlformats.org/package/2006/relationships"><Relationship Type="http://schemas.openxmlformats.org/officeDocument/2006/relationships/slide" Target="/ppt/slides/slide4.xml" Id="Rafa922af1bcc44c4" /><Relationship Type="http://schemas.openxmlformats.org/officeDocument/2006/relationships/notesMaster" Target="/ppt/notesMasters/notesMaster1.xml" Id="R64ffdd366fa343cb" /></Relationships>
</file>

<file path=ppt/notesSlides/_rels/notesSlide5.xml.rels>&#65279;<?xml version="1.0" encoding="utf-8"?><Relationships xmlns="http://schemas.openxmlformats.org/package/2006/relationships"><Relationship Type="http://schemas.openxmlformats.org/officeDocument/2006/relationships/slide" Target="/ppt/slides/slide5.xml" Id="R733805a2cbb04a28" /><Relationship Type="http://schemas.openxmlformats.org/officeDocument/2006/relationships/notesMaster" Target="/ppt/notesMasters/notesMaster1.xml" Id="Raefec7c756164aba" /></Relationships>
</file>

<file path=ppt/notesSlides/_rels/notesSlide6.xml.rels>&#65279;<?xml version="1.0" encoding="utf-8"?><Relationships xmlns="http://schemas.openxmlformats.org/package/2006/relationships"><Relationship Type="http://schemas.openxmlformats.org/officeDocument/2006/relationships/slide" Target="/ppt/slides/slide6.xml" Id="R2a8eedea31d24441" /><Relationship Type="http://schemas.openxmlformats.org/officeDocument/2006/relationships/notesMaster" Target="/ppt/notesMasters/notesMaster1.xml" Id="Rf727f9a0ac524361" /></Relationships>
</file>

<file path=ppt/notesSlides/_rels/notesSlide7.xml.rels>&#65279;<?xml version="1.0" encoding="utf-8"?><Relationships xmlns="http://schemas.openxmlformats.org/package/2006/relationships"><Relationship Type="http://schemas.openxmlformats.org/officeDocument/2006/relationships/slide" Target="/ppt/slides/slide7.xml" Id="R0711c46806834cbb" /><Relationship Type="http://schemas.openxmlformats.org/officeDocument/2006/relationships/notesMaster" Target="/ppt/notesMasters/notesMaster1.xml" Id="R61f5078436a74b08" /></Relationships>
</file>

<file path=ppt/notesSlides/_rels/notesSlide8.xml.rels>&#65279;<?xml version="1.0" encoding="utf-8"?><Relationships xmlns="http://schemas.openxmlformats.org/package/2006/relationships"><Relationship Type="http://schemas.openxmlformats.org/officeDocument/2006/relationships/slide" Target="/ppt/slides/slide8.xml" Id="R4e59a3a9964544cd" /><Relationship Type="http://schemas.openxmlformats.org/officeDocument/2006/relationships/notesMaster" Target="/ppt/notesMasters/notesMaster1.xml" Id="Rc1d654585d294d0c" /></Relationships>
</file>

<file path=ppt/notesSlides/_rels/notesSlide9.xml.rels>&#65279;<?xml version="1.0" encoding="utf-8"?><Relationships xmlns="http://schemas.openxmlformats.org/package/2006/relationships"><Relationship Type="http://schemas.openxmlformats.org/officeDocument/2006/relationships/slide" Target="/ppt/slides/slide9.xml" Id="Rf3e6338673394edc" /><Relationship Type="http://schemas.openxmlformats.org/officeDocument/2006/relationships/notesMaster" Target="/ppt/notesMasters/notesMaster1.xml" Id="R7f2b2c32c6b2462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5023a9d1809422f" /><Relationship Type="http://schemas.openxmlformats.org/officeDocument/2006/relationships/notesMaster" Target="/ppt/notesMasters/notesMaster1.xml" Id="R87075104756740a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0:35. “3주 전부터 명치가 쓰리고, 밥을 먹으면 더 아파요.” 이 한 문장은 단순한 대화로 끝나지 않습니다. CareFrame은 이 말을 의료진이 다시 확인할 수 있는 진료 준비 기록으로 연결합니다. 화면과 이후 사례는 모두 가상 증례입니다.</a:t>
            </a:r>
            <a:endParaRPr/>
          </a:p>
          <a:p xmlns:a="http://schemas.openxmlformats.org/drawingml/2006/main">
            <a:r>
              <a:t>근거: README.md, PROGRESS.md.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0:50. 세 가지 문제를 숫자나 시장 통계로 과장하지 않고 데이터 처리 요구로 설명합니다. 한 문장에 여러 사실이 담기고, 모름은 부정과 다르며, 환자의 정정은 기존 기록과 검토 상태에 반영되어야 합니다. 이 세 가지가 CareFrame의 설계 출발점입니다.</a:t>
            </a:r>
            <a:endParaRPr/>
          </a:p>
          <a:p xmlns:a="http://schemas.openxmlformats.org/drawingml/2006/main">
            <a:r>
              <a:t>근거: data/protocol.ts, lib/contracts.ts, tasks/todo.md.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0:50. 환자는 한국어 음성이나 텍스트로 이야기하고, CareFrame은 정보를 구조화해 빠진 질문과 정해진 안내를 처리한 뒤 의료진 검토용 노트를 만듭니다. 현재 작동 범위를 성인 복통 가상 경로 하나로 좁혀 설명합니다. 실제 원격 전송이나 EMR 연동이라고 표현하지 않습니다.</a:t>
            </a:r>
            <a:endParaRPr/>
          </a:p>
          <a:p xmlns:a="http://schemas.openxmlformats.org/drawingml/2006/main">
            <a:r>
              <a:t>근거: README.md, planning/HACKATHON_UPGRADE_PLAN.md.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1:45. 이 화면은 2026-10-09 가상 증례의 실제 웹 화면 캡처입니다. 의료진이 병력과 원문 근거를 함께 보고, 기록 v14의 시작 시점이 3주 전으로 정정된 것을 확인할 수 있습니다. 환자 발언, 구조화된 병력, 근거 확인을 한 장면에서 보여줍니다. 실제 환자 자료가 아니라 가상 사례이며, 검토 배지는 데모 상태입니다.</a:t>
            </a:r>
            <a:endParaRPr/>
          </a:p>
          <a:p xmlns:a="http://schemas.openxmlformats.org/drawingml/2006/main">
            <a:r>
              <a:t>근거: evaluation/screenshots/clinician-review.jpg, evaluation/abdominal-summary.md.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0:55. “약 이름은 모르겠어요”는 “약을 복용하지 않아요”와 다릅니다. 시스템은 reported, denied, unknown, unclear, declined, not assessed를 구분합니다. 여기서는 모델이 환자가 말하지 않은 내용을 채워 넣지 않도록 정보 상태를 보존하는 설계를 설명합니다. 예시는 가상 회귀 사례입니다.</a:t>
            </a:r>
            <a:endParaRPr/>
          </a:p>
          <a:p xmlns:a="http://schemas.openxmlformats.org/drawingml/2006/main">
            <a:r>
              <a:t>근거: lib/contracts.ts, data/protocol.ts, data/fixtures.ts.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1:05. 환자가 3일을 3주로 정정하면 새 기록 버전이 만들어지고, 기존 의료진 검토는 만료됩니다. 다시 검토하기 전 복사와 인쇄가 막힙니다. 이 흐름은 가상 증례의 브라우저 확인 기록에 있습니다. 데모 검토 상태이며 인증·전자서명이나 실제 EMR 안전장치라고 부르지 않습니다.</a:t>
            </a:r>
            <a:endParaRPr/>
          </a:p>
          <a:p xmlns:a="http://schemas.openxmlformats.org/drawingml/2006/main">
            <a:r>
              <a:t>근거: evaluation/abdominal-summary.md, lib/report/clinician-review.ts.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1:15. Realtime 음성 입력과 전사 뒤 GPT-4.1이 발언에서 정보 후보를 추출합니다. TypeScript 코드가 원문 근거와 주체·시점을 검증하고, Clinical Engine이 빠진 질문과 사전 정의한 위험 규칙을 적용합니다. 같은 상태를 사용해 환자 안내와 의료진용 Clinical Note를 만듭니다. LLM 단독 진단이라고 소개하지 않습니다.</a:t>
            </a:r>
            <a:endParaRPr/>
          </a:p>
          <a:p xmlns:a="http://schemas.openxmlformats.org/drawingml/2006/main">
            <a:r>
              <a:t>근거: lib/interview/extract.ts, lib/interview/validate-evidence.ts, lib/interview/engine.ts, lib/report/clinical-note.ts.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0:55. 실제로 시연·검토한 범위는 성인 복통 가상 문진 한 경로입니다. HTTPS 화면과 API 응답, 문진·의료진 검토 기능은 확인했지만 실제 마이크를 통한 전체 문답과 인쇄물은 확인하지 않았습니다. CPX 48개는 인덱스/카탈로그이지 48개의 완성된 실행 경로가 아닙니다.</a:t>
            </a:r>
            <a:endParaRPr/>
          </a:p>
          <a:p xmlns:a="http://schemas.openxmlformats.org/drawingml/2006/main">
            <a:r>
              <a:t>근거: PROGRESS.md, README.md, evaluation/voice-checks.md.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1:15. Codex를 코드 작성뿐 아니라 문제 재현, 이벤트 순서 수정, 회귀 검사에 사용했습니다. 최신 프로젝트 기록의 자동화 테스트는 91/91입니다. 이는 코드 회귀 테스트이지 임상 정확도나 음성 성공률이 아닙니다. 실제 HTTPS에서 가상 문진 추출과 마지막 요약 응답을 확인했습니다. 마이크 전체 문답, 의료진 평가, 진료시간 절감 효과는 아직 검증하지 않았습니다.</a:t>
            </a:r>
            <a:endParaRPr/>
          </a:p>
          <a:p xmlns:a="http://schemas.openxmlformats.org/drawingml/2006/main">
            <a:r>
              <a:t>근거: PROGRESS.md, tasks/todo.md, evaluation/voice-checks.md.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0:35. CareFrame을 선택할 이유는 의료 AI라는 이름이 아니라, 환자 문제에서 시작해 발언의 근거·모름·정정·의료진 검토까지 실제 제품 흐름으로 묶었다는 점입니다. 좁은 성인 복통 경로에서 먼저 의료진 파일럿과 실제 음성 전 과정, 임상 검토를 이어가겠습니다. 확인된 것과 남은 것을 분명히 하면서 환자의 말이 진료실까지 전달되는 과정을 만들었습니다.</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21f973072df4769"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b5f1da59501416b" /><Relationship Type="http://schemas.openxmlformats.org/officeDocument/2006/relationships/slideLayout" Target="/ppt/slideLayouts/slideLayout1.xml" Id="R2e9d6532c31144d7"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e9d6532c31144d7"/>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anumSquar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anumSquar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d7c9895525b4261" /><Relationship Type="http://schemas.openxmlformats.org/officeDocument/2006/relationships/notesSlide" Target="/ppt/notesSlides/notesSlide1.xml" Id="R9d2a04014777453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1f511b457464ab2" /><Relationship Type="http://schemas.openxmlformats.org/officeDocument/2006/relationships/notesSlide" Target="/ppt/notesSlides/notesSlide2.xml" Id="Rd9e2ffe7766d422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46cc56c9aae424d" /><Relationship Type="http://schemas.openxmlformats.org/officeDocument/2006/relationships/notesSlide" Target="/ppt/notesSlides/notesSlide3.xml" Id="Ra7d8b2d32a0a431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d64b326ceaa4821" /><Relationship Type="http://schemas.openxmlformats.org/officeDocument/2006/relationships/image" Target="/ppt/media/image.jpeg" Id="R1780cb6870914e96" /><Relationship Type="http://schemas.openxmlformats.org/officeDocument/2006/relationships/notesSlide" Target="/ppt/notesSlides/notesSlide4.xml" Id="R43eb6f83f06246a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11bd9cd52de4847" /><Relationship Type="http://schemas.openxmlformats.org/officeDocument/2006/relationships/notesSlide" Target="/ppt/notesSlides/notesSlide5.xml" Id="Rba28c55934ec4d2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c3bdb5b67944759" /><Relationship Type="http://schemas.openxmlformats.org/officeDocument/2006/relationships/notesSlide" Target="/ppt/notesSlides/notesSlide6.xml" Id="Re97989656f0a486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92900b5d773452b" /><Relationship Type="http://schemas.openxmlformats.org/officeDocument/2006/relationships/notesSlide" Target="/ppt/notesSlides/notesSlide7.xml" Id="R5370a85a4b4942d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933932788b840bf" /><Relationship Type="http://schemas.openxmlformats.org/officeDocument/2006/relationships/notesSlide" Target="/ppt/notesSlides/notesSlide8.xml" Id="Re9dfedea2a3b4de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13af9a4d7874a57" /><Relationship Type="http://schemas.openxmlformats.org/officeDocument/2006/relationships/notesSlide" Target="/ppt/notesSlides/notesSlide9.xml" Id="Rb0009f307984422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bc449373ab64778" /><Relationship Type="http://schemas.openxmlformats.org/officeDocument/2006/relationships/notesSlide" Target="/ppt/notesSlides/notesSlide10.xml" Id="R2d80cc827b8a4df6" /></Relationships>
</file>

<file path=ppt/slides/slide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C8856F2-ADC7-4844-9A3F-1EB8AACF19E7}"/>
              </a:ext>
            </a:extLst>
          </p:cNvPr>
          <p:cNvSpPr>
            <a:spLocks xmlns:a="http://schemas.openxmlformats.org/drawingml/2006/main" noGrp="1"/>
          </p:cNvSpPr>
          <p:nvPr/>
        </p:nvSpPr>
        <p:spPr>
          <a:xfrm xmlns:a="http://schemas.openxmlformats.org/drawingml/2006/main">
            <a:off x="0" y="0"/>
            <a:ext cx="12191695" cy="96012"/>
          </a:xfrm>
          <a:prstGeom xmlns:a="http://schemas.openxmlformats.org/drawingml/2006/main" prst="rect">
            <a:avLst/>
          </a:prstGeom>
          <a:solidFill xmlns:a="http://schemas.openxmlformats.org/drawingml/2006/main">
            <a:srgbClr val="12A79D"/>
          </a:solidFill>
          <a:ln xmlns:a="http://schemas.openxmlformats.org/drawingml/2006/main" w="12700">
            <a:solidFill>
              <a:srgbClr val="12A79D"/>
            </a:solidFill>
            <a:prstDash val="solid"/>
          </a:ln>
        </p:spPr>
      </p:sp>
      <p:sp>
        <p:nvSpPr>
          <p:cNvPr id="3" name="Text 1">
            <a:extLst xmlns:a="http://schemas.openxmlformats.org/drawingml/2006/main">
              <a:ext uri="{FF2B5EF4-FFF2-40B4-BE49-F238E27FC236}">
                <a16:creationId xmlns:a16="http://schemas.microsoft.com/office/drawing/2014/main" id="{7239F09E-9F4B-448A-BFA0-2C86C1531E02}"/>
              </a:ext>
            </a:extLst>
          </p:cNvPr>
          <p:cNvSpPr>
            <a:spLocks xmlns:a="http://schemas.openxmlformats.org/drawingml/2006/main" noGrp="1"/>
          </p:cNvSpPr>
          <p:nvPr/>
        </p:nvSpPr>
        <p:spPr>
          <a:xfrm xmlns:a="http://schemas.openxmlformats.org/drawingml/2006/main">
            <a:off x="658368" y="301752"/>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b="1" spc="200">
                <a:solidFill>
                  <a:srgbClr val="12A79D"/>
                </a:solidFill>
                <a:latin typeface="NanumSquare"/>
                <a:ea typeface="NanumSquare"/>
                <a:cs typeface="NanumSquare"/>
              </a:rPr>
              <a:t>01  OPENING</a:t>
            </a:r>
            <a:endParaRPr sz="1000"/>
          </a:p>
        </p:txBody>
      </p:sp>
      <p:sp>
        <p:nvSpPr>
          <p:cNvPr id="4" name="Text 2">
            <a:extLst xmlns:a="http://schemas.openxmlformats.org/drawingml/2006/main">
              <a:ext uri="{FF2B5EF4-FFF2-40B4-BE49-F238E27FC236}">
                <a16:creationId xmlns:a16="http://schemas.microsoft.com/office/drawing/2014/main" id="{7E3A4B21-7834-42EE-AE3A-C3E4E9280846}"/>
              </a:ext>
            </a:extLst>
          </p:cNvPr>
          <p:cNvSpPr>
            <a:spLocks xmlns:a="http://schemas.openxmlformats.org/drawingml/2006/main" noGrp="1"/>
          </p:cNvSpPr>
          <p:nvPr/>
        </p:nvSpPr>
        <p:spPr>
          <a:xfrm xmlns:a="http://schemas.openxmlformats.org/drawingml/2006/main">
            <a:off x="658368" y="722376"/>
            <a:ext cx="10972800" cy="6126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3000" b="1">
                <a:solidFill>
                  <a:srgbClr val="14233E"/>
                </a:solidFill>
                <a:latin typeface="NanumSquare"/>
                <a:ea typeface="NanumSquare"/>
                <a:cs typeface="NanumSquare"/>
              </a:rPr>
              <a:t>환자의 말이 진료실까지</a:t>
            </a:r>
            <a:endParaRPr sz="3000"/>
          </a:p>
        </p:txBody>
      </p:sp>
      <p:sp>
        <p:nvSpPr>
          <p:cNvPr id="5" name="Text 3">
            <a:extLst xmlns:a="http://schemas.openxmlformats.org/drawingml/2006/main">
              <a:ext uri="{FF2B5EF4-FFF2-40B4-BE49-F238E27FC236}">
                <a16:creationId xmlns:a16="http://schemas.microsoft.com/office/drawing/2014/main" id="{141E27C8-126A-4482-870E-45FAF57F63AA}"/>
              </a:ext>
            </a:extLst>
          </p:cNvPr>
          <p:cNvSpPr>
            <a:spLocks xmlns:a="http://schemas.openxmlformats.org/drawingml/2006/main" noGrp="1"/>
          </p:cNvSpPr>
          <p:nvPr/>
        </p:nvSpPr>
        <p:spPr>
          <a:xfrm xmlns:a="http://schemas.openxmlformats.org/drawingml/2006/main">
            <a:off x="685800" y="1389888"/>
            <a:ext cx="1088136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400">
                <a:solidFill>
                  <a:srgbClr val="5C6D80"/>
                </a:solidFill>
                <a:latin typeface="NanumSquare"/>
                <a:ea typeface="NanumSquare"/>
                <a:cs typeface="NanumSquare"/>
              </a:rPr>
              <a:t>CareFrame은 한 번의 대화를 근거가 남는 진료 준비 기록으로 연결합니다.</a:t>
            </a:r>
            <a:endParaRPr sz="1400"/>
          </a:p>
        </p:txBody>
      </p:sp>
      <p:sp>
        <p:nvSpPr>
          <p:cNvPr id="6" name="Shape 4">
            <a:extLst xmlns:a="http://schemas.openxmlformats.org/drawingml/2006/main">
              <a:ext uri="{FF2B5EF4-FFF2-40B4-BE49-F238E27FC236}">
                <a16:creationId xmlns:a16="http://schemas.microsoft.com/office/drawing/2014/main" id="{BA52129D-421A-40DA-9A07-0F65A3354DF9}"/>
              </a:ext>
            </a:extLst>
          </p:cNvPr>
          <p:cNvSpPr>
            <a:spLocks xmlns:a="http://schemas.openxmlformats.org/drawingml/2006/main" noGrp="1"/>
          </p:cNvSpPr>
          <p:nvPr/>
        </p:nvSpPr>
        <p:spPr>
          <a:xfrm xmlns:a="http://schemas.openxmlformats.org/drawingml/2006/main">
            <a:off x="658368" y="6455664"/>
            <a:ext cx="10863072" cy="0"/>
          </a:xfrm>
          <a:prstGeom xmlns:a="http://schemas.openxmlformats.org/drawingml/2006/main" prst="line">
            <a:avLst/>
          </a:prstGeom>
          <a:noFill xmlns:a="http://schemas.openxmlformats.org/drawingml/2006/main"/>
          <a:ln xmlns:a="http://schemas.openxmlformats.org/drawingml/2006/main" w="12700">
            <a:solidFill>
              <a:srgbClr val="D9E5EC"/>
            </a:solidFill>
            <a:prstDash val="solid"/>
          </a:ln>
        </p:spPr>
      </p:sp>
      <p:sp>
        <p:nvSpPr>
          <p:cNvPr id="7" name="Text 5">
            <a:extLst xmlns:a="http://schemas.openxmlformats.org/drawingml/2006/main">
              <a:ext uri="{FF2B5EF4-FFF2-40B4-BE49-F238E27FC236}">
                <a16:creationId xmlns:a16="http://schemas.microsoft.com/office/drawing/2014/main" id="{53512129-0EC9-427E-84C5-5AD17E7217F4}"/>
              </a:ext>
            </a:extLst>
          </p:cNvPr>
          <p:cNvSpPr>
            <a:spLocks xmlns:a="http://schemas.openxmlformats.org/drawingml/2006/main" noGrp="1"/>
          </p:cNvSpPr>
          <p:nvPr/>
        </p:nvSpPr>
        <p:spPr>
          <a:xfrm xmlns:a="http://schemas.openxmlformats.org/drawingml/2006/main">
            <a:off x="694944" y="6519672"/>
            <a:ext cx="8229600" cy="17373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900">
                <a:solidFill>
                  <a:srgbClr val="5C6D80"/>
                </a:solidFill>
                <a:latin typeface="NanumSquare"/>
                <a:ea typeface="NanumSquare"/>
                <a:cs typeface="NanumSquare"/>
              </a:rPr>
              <a:t>CAREFRAME  /  CODEX HACKATHON 2026</a:t>
            </a:r>
            <a:endParaRPr sz="900"/>
          </a:p>
        </p:txBody>
      </p:sp>
      <p:sp>
        <p:nvSpPr>
          <p:cNvPr id="8" name="Text 6">
            <a:extLst xmlns:a="http://schemas.openxmlformats.org/drawingml/2006/main">
              <a:ext uri="{FF2B5EF4-FFF2-40B4-BE49-F238E27FC236}">
                <a16:creationId xmlns:a16="http://schemas.microsoft.com/office/drawing/2014/main" id="{FE78C3B5-EB32-4B58-9924-40046516EFF5}"/>
              </a:ext>
            </a:extLst>
          </p:cNvPr>
          <p:cNvSpPr>
            <a:spLocks xmlns:a="http://schemas.openxmlformats.org/drawingml/2006/main" noGrp="1"/>
          </p:cNvSpPr>
          <p:nvPr/>
        </p:nvSpPr>
        <p:spPr>
          <a:xfrm xmlns:a="http://schemas.openxmlformats.org/drawingml/2006/main">
            <a:off x="10652760" y="6501384"/>
            <a:ext cx="9144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900">
                <a:solidFill>
                  <a:srgbClr val="5C6D80"/>
                </a:solidFill>
                <a:latin typeface="NanumSquare"/>
                <a:ea typeface="NanumSquare"/>
                <a:cs typeface="NanumSquare"/>
              </a:rPr>
              <a:t>01 / 10</a:t>
            </a:r>
            <a:endParaRPr sz="900"/>
          </a:p>
        </p:txBody>
      </p:sp>
      <p:sp>
        <p:nvSpPr>
          <p:cNvPr id="9" name="Shape 7">
            <a:extLst xmlns:a="http://schemas.openxmlformats.org/drawingml/2006/main">
              <a:ext uri="{FF2B5EF4-FFF2-40B4-BE49-F238E27FC236}">
                <a16:creationId xmlns:a16="http://schemas.microsoft.com/office/drawing/2014/main" id="{DF3A9129-9441-43B3-8967-906892BDBC47}"/>
              </a:ext>
            </a:extLst>
          </p:cNvPr>
          <p:cNvSpPr>
            <a:spLocks xmlns:a="http://schemas.openxmlformats.org/drawingml/2006/main" noGrp="1"/>
          </p:cNvSpPr>
          <p:nvPr/>
        </p:nvSpPr>
        <p:spPr>
          <a:xfrm xmlns:a="http://schemas.openxmlformats.org/drawingml/2006/main">
            <a:off x="658368" y="2029968"/>
            <a:ext cx="7086600" cy="3227832"/>
          </a:xfrm>
          <a:prstGeom xmlns:a="http://schemas.openxmlformats.org/drawingml/2006/main" prst="roundRect">
            <a:avLst>
              <a:gd name="adj" fmla="val 5099"/>
            </a:avLst>
          </a:prstGeom>
          <a:solidFill xmlns:a="http://schemas.openxmlformats.org/drawingml/2006/main">
            <a:srgbClr val="14233E"/>
          </a:solidFill>
          <a:ln xmlns:a="http://schemas.openxmlformats.org/drawingml/2006/main" w="12700">
            <a:solidFill>
              <a:srgbClr val="14233E"/>
            </a:solidFill>
            <a:prstDash val="solid"/>
          </a:ln>
        </p:spPr>
      </p:sp>
      <p:sp>
        <p:nvSpPr>
          <p:cNvPr id="10" name="Text 8">
            <a:extLst xmlns:a="http://schemas.openxmlformats.org/drawingml/2006/main">
              <a:ext uri="{FF2B5EF4-FFF2-40B4-BE49-F238E27FC236}">
                <a16:creationId xmlns:a16="http://schemas.microsoft.com/office/drawing/2014/main" id="{E3151AF9-9D0B-4390-B8DF-4D2F54364A5A}"/>
              </a:ext>
            </a:extLst>
          </p:cNvPr>
          <p:cNvSpPr>
            <a:spLocks xmlns:a="http://schemas.openxmlformats.org/drawingml/2006/main" noGrp="1"/>
          </p:cNvSpPr>
          <p:nvPr/>
        </p:nvSpPr>
        <p:spPr>
          <a:xfrm xmlns:a="http://schemas.openxmlformats.org/drawingml/2006/main">
            <a:off x="1051560" y="2542032"/>
            <a:ext cx="612648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3400" b="1">
                <a:solidFill>
                  <a:srgbClr val="FFFFFF"/>
                </a:solidFill>
                <a:latin typeface="NanumSquare"/>
                <a:ea typeface="NanumSquare"/>
                <a:cs typeface="NanumSquare"/>
              </a:rPr>
              <a:t>“3주 전부터 명치가 쓰리고,</a:t>
            </a:r>
            <a:endParaRPr sz="3400"/>
          </a:p>
          <a:p xmlns:a="http://schemas.openxmlformats.org/drawingml/2006/main">
            <a:pPr marL="0" indent="0">
              <a:buNone/>
            </a:pPr>
            <a:r>
              <a:rPr sz="3400" b="1">
                <a:solidFill>
                  <a:srgbClr val="FFFFFF"/>
                </a:solidFill>
                <a:latin typeface="NanumSquare"/>
                <a:ea typeface="NanumSquare"/>
                <a:cs typeface="NanumSquare"/>
              </a:rPr>
              <a:t>밥을 먹으면 더 아파요.”</a:t>
            </a:r>
          </a:p>
        </p:txBody>
      </p:sp>
      <p:sp>
        <p:nvSpPr>
          <p:cNvPr id="11" name="Shape 9">
            <a:extLst xmlns:a="http://schemas.openxmlformats.org/drawingml/2006/main">
              <a:ext uri="{FF2B5EF4-FFF2-40B4-BE49-F238E27FC236}">
                <a16:creationId xmlns:a16="http://schemas.microsoft.com/office/drawing/2014/main" id="{ACFBA3CC-7A83-495F-9DBC-79FD0C6F9F01}"/>
              </a:ext>
            </a:extLst>
          </p:cNvPr>
          <p:cNvSpPr>
            <a:spLocks xmlns:a="http://schemas.openxmlformats.org/drawingml/2006/main" noGrp="1"/>
          </p:cNvSpPr>
          <p:nvPr/>
        </p:nvSpPr>
        <p:spPr>
          <a:xfrm xmlns:a="http://schemas.openxmlformats.org/drawingml/2006/main">
            <a:off x="1051560" y="4645152"/>
            <a:ext cx="1463040" cy="320040"/>
          </a:xfrm>
          <a:prstGeom xmlns:a="http://schemas.openxmlformats.org/drawingml/2006/main" prst="roundRect">
            <a:avLst>
              <a:gd name="adj" fmla="val 51429"/>
            </a:avLst>
          </a:prstGeom>
          <a:solidFill xmlns:a="http://schemas.openxmlformats.org/drawingml/2006/main">
            <a:srgbClr val="E6F7F3"/>
          </a:solidFill>
          <a:ln xmlns:a="http://schemas.openxmlformats.org/drawingml/2006/main" w="12700">
            <a:solidFill>
              <a:srgbClr val="E6F7F3"/>
            </a:solidFill>
            <a:prstDash val="solid"/>
          </a:ln>
        </p:spPr>
      </p:sp>
      <p:sp>
        <p:nvSpPr>
          <p:cNvPr id="12" name="Text 10">
            <a:extLst xmlns:a="http://schemas.openxmlformats.org/drawingml/2006/main">
              <a:ext uri="{FF2B5EF4-FFF2-40B4-BE49-F238E27FC236}">
                <a16:creationId xmlns:a16="http://schemas.microsoft.com/office/drawing/2014/main" id="{5B2F0886-0599-4DB4-9FEC-CB12D976D1D8}"/>
              </a:ext>
            </a:extLst>
          </p:cNvPr>
          <p:cNvSpPr>
            <a:spLocks xmlns:a="http://schemas.openxmlformats.org/drawingml/2006/main" noGrp="1"/>
          </p:cNvSpPr>
          <p:nvPr/>
        </p:nvSpPr>
        <p:spPr>
          <a:xfrm xmlns:a="http://schemas.openxmlformats.org/drawingml/2006/main">
            <a:off x="1143000" y="4703674"/>
            <a:ext cx="128016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00" b="1">
                <a:solidFill>
                  <a:srgbClr val="12A79D"/>
                </a:solidFill>
                <a:latin typeface="NanumSquare"/>
                <a:ea typeface="NanumSquare"/>
                <a:cs typeface="NanumSquare"/>
              </a:rPr>
              <a:t>가상 증례 · 성인 복통</a:t>
            </a:r>
            <a:endParaRPr sz="1000"/>
          </a:p>
        </p:txBody>
      </p:sp>
      <p:sp>
        <p:nvSpPr>
          <p:cNvPr id="13" name="Shape 11">
            <a:extLst xmlns:a="http://schemas.openxmlformats.org/drawingml/2006/main">
              <a:ext uri="{FF2B5EF4-FFF2-40B4-BE49-F238E27FC236}">
                <a16:creationId xmlns:a16="http://schemas.microsoft.com/office/drawing/2014/main" id="{6D6741D4-7C45-4917-8AED-59C12B9E66AE}"/>
              </a:ext>
            </a:extLst>
          </p:cNvPr>
          <p:cNvSpPr>
            <a:spLocks xmlns:a="http://schemas.openxmlformats.org/drawingml/2006/main" noGrp="1"/>
          </p:cNvSpPr>
          <p:nvPr/>
        </p:nvSpPr>
        <p:spPr>
          <a:xfrm xmlns:a="http://schemas.openxmlformats.org/drawingml/2006/main">
            <a:off x="8074152" y="2029968"/>
            <a:ext cx="3419856" cy="3227832"/>
          </a:xfrm>
          <a:prstGeom xmlns:a="http://schemas.openxmlformats.org/drawingml/2006/main" prst="roundRect">
            <a:avLst>
              <a:gd name="adj" fmla="val 5099"/>
            </a:avLst>
          </a:prstGeom>
          <a:solidFill xmlns:a="http://schemas.openxmlformats.org/drawingml/2006/main">
            <a:srgbClr val="E6F7F3"/>
          </a:solidFill>
          <a:ln xmlns:a="http://schemas.openxmlformats.org/drawingml/2006/main" w="12700">
            <a:solidFill>
              <a:srgbClr val="E6F7F3"/>
            </a:solidFill>
            <a:prstDash val="solid"/>
          </a:ln>
        </p:spPr>
      </p:sp>
      <p:sp>
        <p:nvSpPr>
          <p:cNvPr id="14" name="Text 12">
            <a:extLst xmlns:a="http://schemas.openxmlformats.org/drawingml/2006/main">
              <a:ext uri="{FF2B5EF4-FFF2-40B4-BE49-F238E27FC236}">
                <a16:creationId xmlns:a16="http://schemas.microsoft.com/office/drawing/2014/main" id="{2DFEECA7-A40C-4260-8740-30CACA1B3DFB}"/>
              </a:ext>
            </a:extLst>
          </p:cNvPr>
          <p:cNvSpPr>
            <a:spLocks xmlns:a="http://schemas.openxmlformats.org/drawingml/2006/main" noGrp="1"/>
          </p:cNvSpPr>
          <p:nvPr/>
        </p:nvSpPr>
        <p:spPr>
          <a:xfrm xmlns:a="http://schemas.openxmlformats.org/drawingml/2006/main">
            <a:off x="8458200" y="2697480"/>
            <a:ext cx="25603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700" b="1">
                <a:solidFill>
                  <a:srgbClr val="14233E"/>
                </a:solidFill>
                <a:latin typeface="NanumSquare"/>
                <a:ea typeface="NanumSquare"/>
                <a:cs typeface="NanumSquare"/>
              </a:rPr>
              <a:t>CareFrame</a:t>
            </a:r>
            <a:endParaRPr sz="2700"/>
          </a:p>
        </p:txBody>
      </p:sp>
      <p:sp>
        <p:nvSpPr>
          <p:cNvPr id="15" name="Text 13">
            <a:extLst xmlns:a="http://schemas.openxmlformats.org/drawingml/2006/main">
              <a:ext uri="{FF2B5EF4-FFF2-40B4-BE49-F238E27FC236}">
                <a16:creationId xmlns:a16="http://schemas.microsoft.com/office/drawing/2014/main" id="{DECED543-4A18-4222-86B2-7A1528410CFD}"/>
              </a:ext>
            </a:extLst>
          </p:cNvPr>
          <p:cNvSpPr>
            <a:spLocks xmlns:a="http://schemas.openxmlformats.org/drawingml/2006/main" noGrp="1"/>
          </p:cNvSpPr>
          <p:nvPr/>
        </p:nvSpPr>
        <p:spPr>
          <a:xfrm xmlns:a="http://schemas.openxmlformats.org/drawingml/2006/main">
            <a:off x="8458200" y="3273552"/>
            <a:ext cx="256032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900" b="1">
                <a:solidFill>
                  <a:srgbClr val="203451"/>
                </a:solidFill>
                <a:latin typeface="NanumSquare"/>
                <a:ea typeface="NanumSquare"/>
                <a:cs typeface="NanumSquare"/>
              </a:rPr>
              <a:t>한국어 음성 사전문진</a:t>
            </a:r>
            <a:endParaRPr sz="1900"/>
          </a:p>
        </p:txBody>
      </p:sp>
      <p:sp>
        <p:nvSpPr>
          <p:cNvPr id="16" name="Text 14">
            <a:extLst xmlns:a="http://schemas.openxmlformats.org/drawingml/2006/main">
              <a:ext uri="{FF2B5EF4-FFF2-40B4-BE49-F238E27FC236}">
                <a16:creationId xmlns:a16="http://schemas.microsoft.com/office/drawing/2014/main" id="{BD869C5F-434E-44A2-B9C9-E59FE0BCF2F7}"/>
              </a:ext>
            </a:extLst>
          </p:cNvPr>
          <p:cNvSpPr>
            <a:spLocks xmlns:a="http://schemas.openxmlformats.org/drawingml/2006/main" noGrp="1"/>
          </p:cNvSpPr>
          <p:nvPr/>
        </p:nvSpPr>
        <p:spPr>
          <a:xfrm xmlns:a="http://schemas.openxmlformats.org/drawingml/2006/main">
            <a:off x="8458200" y="4343400"/>
            <a:ext cx="24688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400" b="1">
                <a:solidFill>
                  <a:srgbClr val="12A79D"/>
                </a:solidFill>
                <a:latin typeface="NanumSquare"/>
                <a:ea typeface="NanumSquare"/>
                <a:cs typeface="NanumSquare"/>
              </a:rPr>
              <a:t>대화에서 진료 준비까지</a:t>
            </a:r>
            <a:endParaRPr sz="1400"/>
          </a:p>
        </p:txBody>
      </p:sp>
    </p:spTree>
    <p:extLst>
      <p:ext uri="{BB962C8B-B14F-4D97-AF65-F5344CB8AC3E}">
        <p14:creationId xmlns:p14="http://schemas.microsoft.com/office/powerpoint/2010/main" val="1866107089"/>
      </p:ext>
    </p:extLst>
  </p:cSld>
</p:sld>
</file>

<file path=ppt/slides/slide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C86E52E-EFDC-42CE-8F68-5E89C3CC1532}"/>
              </a:ext>
            </a:extLst>
          </p:cNvPr>
          <p:cNvSpPr>
            <a:spLocks xmlns:a="http://schemas.openxmlformats.org/drawingml/2006/main" noGrp="1"/>
          </p:cNvSpPr>
          <p:nvPr/>
        </p:nvSpPr>
        <p:spPr>
          <a:xfrm xmlns:a="http://schemas.openxmlformats.org/drawingml/2006/main">
            <a:off x="0" y="0"/>
            <a:ext cx="12191695" cy="96012"/>
          </a:xfrm>
          <a:prstGeom xmlns:a="http://schemas.openxmlformats.org/drawingml/2006/main" prst="rect">
            <a:avLst/>
          </a:prstGeom>
          <a:solidFill xmlns:a="http://schemas.openxmlformats.org/drawingml/2006/main">
            <a:srgbClr val="12A79D"/>
          </a:solidFill>
          <a:ln xmlns:a="http://schemas.openxmlformats.org/drawingml/2006/main" w="12700">
            <a:solidFill>
              <a:srgbClr val="12A79D"/>
            </a:solidFill>
            <a:prstDash val="solid"/>
          </a:ln>
        </p:spPr>
      </p:sp>
      <p:sp>
        <p:nvSpPr>
          <p:cNvPr id="3" name="Text 1">
            <a:extLst xmlns:a="http://schemas.openxmlformats.org/drawingml/2006/main">
              <a:ext uri="{FF2B5EF4-FFF2-40B4-BE49-F238E27FC236}">
                <a16:creationId xmlns:a16="http://schemas.microsoft.com/office/drawing/2014/main" id="{93E43386-8E49-4B62-BC40-7EB70AB9E15A}"/>
              </a:ext>
            </a:extLst>
          </p:cNvPr>
          <p:cNvSpPr>
            <a:spLocks xmlns:a="http://schemas.openxmlformats.org/drawingml/2006/main" noGrp="1"/>
          </p:cNvSpPr>
          <p:nvPr/>
        </p:nvSpPr>
        <p:spPr>
          <a:xfrm xmlns:a="http://schemas.openxmlformats.org/drawingml/2006/main">
            <a:off x="658368" y="301752"/>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00" b="1" spc="200">
                <a:solidFill>
                  <a:srgbClr val="12A79D"/>
                </a:solidFill>
                <a:latin typeface="NanumSquare"/>
                <a:ea typeface="NanumSquare"/>
                <a:cs typeface="NanumSquare"/>
              </a:rPr>
              <a:t>02  THE PROBLEM</a:t>
            </a:r>
            <a:endParaRPr sz="1000"/>
          </a:p>
        </p:txBody>
      </p:sp>
      <p:sp>
        <p:nvSpPr>
          <p:cNvPr id="4" name="Text 2">
            <a:extLst xmlns:a="http://schemas.openxmlformats.org/drawingml/2006/main">
              <a:ext uri="{FF2B5EF4-FFF2-40B4-BE49-F238E27FC236}">
                <a16:creationId xmlns:a16="http://schemas.microsoft.com/office/drawing/2014/main" id="{FB71014F-84F2-477A-8C94-F7E9FAF1F29F}"/>
              </a:ext>
            </a:extLst>
          </p:cNvPr>
          <p:cNvSpPr>
            <a:spLocks xmlns:a="http://schemas.openxmlformats.org/drawingml/2006/main" noGrp="1"/>
          </p:cNvSpPr>
          <p:nvPr/>
        </p:nvSpPr>
        <p:spPr>
          <a:xfrm xmlns:a="http://schemas.openxmlformats.org/drawingml/2006/main">
            <a:off x="658368" y="722376"/>
            <a:ext cx="10972800" cy="6126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3000" b="1">
                <a:solidFill>
                  <a:srgbClr val="14233E"/>
                </a:solidFill>
                <a:latin typeface="NanumSquare"/>
                <a:ea typeface="NanumSquare"/>
                <a:cs typeface="NanumSquare"/>
              </a:rPr>
              <a:t>환자 말에서 끝까지 지켜야 할 세 가지</a:t>
            </a:r>
            <a:endParaRPr sz="3000"/>
          </a:p>
        </p:txBody>
      </p:sp>
      <p:sp>
        <p:nvSpPr>
          <p:cNvPr id="5" name="Text 3">
            <a:extLst xmlns:a="http://schemas.openxmlformats.org/drawingml/2006/main">
              <a:ext uri="{FF2B5EF4-FFF2-40B4-BE49-F238E27FC236}">
                <a16:creationId xmlns:a16="http://schemas.microsoft.com/office/drawing/2014/main" id="{A4D1CE31-3593-477C-98DD-34D23976FB05}"/>
              </a:ext>
            </a:extLst>
          </p:cNvPr>
          <p:cNvSpPr>
            <a:spLocks xmlns:a="http://schemas.openxmlformats.org/drawingml/2006/main" noGrp="1"/>
          </p:cNvSpPr>
          <p:nvPr/>
        </p:nvSpPr>
        <p:spPr>
          <a:xfrm xmlns:a="http://schemas.openxmlformats.org/drawingml/2006/main">
            <a:off x="685800" y="1389888"/>
            <a:ext cx="1088136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400">
                <a:solidFill>
                  <a:srgbClr val="5C6D80"/>
                </a:solidFill>
                <a:latin typeface="NanumSquare"/>
                <a:ea typeface="NanumSquare"/>
                <a:cs typeface="NanumSquare"/>
              </a:rPr>
              <a:t>사실·불확실성·정정 이력이 의료진 검토까지 이어져야 합니다.</a:t>
            </a:r>
            <a:endParaRPr sz="1400"/>
          </a:p>
        </p:txBody>
      </p:sp>
      <p:sp>
        <p:nvSpPr>
          <p:cNvPr id="6" name="Shape 4">
            <a:extLst xmlns:a="http://schemas.openxmlformats.org/drawingml/2006/main">
              <a:ext uri="{FF2B5EF4-FFF2-40B4-BE49-F238E27FC236}">
                <a16:creationId xmlns:a16="http://schemas.microsoft.com/office/drawing/2014/main" id="{3FA970BF-2261-4A81-9C91-98B80870A2A6}"/>
              </a:ext>
            </a:extLst>
          </p:cNvPr>
          <p:cNvSpPr>
            <a:spLocks xmlns:a="http://schemas.openxmlformats.org/drawingml/2006/main" noGrp="1"/>
          </p:cNvSpPr>
          <p:nvPr/>
        </p:nvSpPr>
        <p:spPr>
          <a:xfrm xmlns:a="http://schemas.openxmlformats.org/drawingml/2006/main">
            <a:off x="658368" y="6455664"/>
            <a:ext cx="10863072" cy="0"/>
          </a:xfrm>
          <a:prstGeom xmlns:a="http://schemas.openxmlformats.org/drawingml/2006/main" prst="line">
            <a:avLst/>
          </a:prstGeom>
          <a:noFill xmlns:a="http://schemas.openxmlformats.org/drawingml/2006/main"/>
          <a:ln xmlns:a="http://schemas.openxmlformats.org/drawingml/2006/main" w="12700">
            <a:solidFill>
              <a:srgbClr val="D9E5EC"/>
            </a:solidFill>
            <a:prstDash val="solid"/>
          </a:ln>
        </p:spPr>
      </p:sp>
      <p:sp>
        <p:nvSpPr>
          <p:cNvPr id="7" name="Text 5">
            <a:extLst xmlns:a="http://schemas.openxmlformats.org/drawingml/2006/main">
              <a:ext uri="{FF2B5EF4-FFF2-40B4-BE49-F238E27FC236}">
                <a16:creationId xmlns:a16="http://schemas.microsoft.com/office/drawing/2014/main" id="{2868A447-56BD-498E-97DD-0377EDDF8C0F}"/>
              </a:ext>
            </a:extLst>
          </p:cNvPr>
          <p:cNvSpPr>
            <a:spLocks xmlns:a="http://schemas.openxmlformats.org/drawingml/2006/main" noGrp="1"/>
          </p:cNvSpPr>
          <p:nvPr/>
        </p:nvSpPr>
        <p:spPr>
          <a:xfrm xmlns:a="http://schemas.openxmlformats.org/drawingml/2006/main">
            <a:off x="694944" y="6519672"/>
            <a:ext cx="8229600" cy="17373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900">
                <a:solidFill>
                  <a:srgbClr val="5C6D80"/>
                </a:solidFill>
                <a:latin typeface="NanumSquare"/>
                <a:ea typeface="NanumSquare"/>
                <a:cs typeface="NanumSquare"/>
              </a:rPr>
              <a:t>CAREFRAME  /  CODEX HACKATHON 2026</a:t>
            </a:r>
            <a:endParaRPr sz="900"/>
          </a:p>
        </p:txBody>
      </p:sp>
      <p:sp>
        <p:nvSpPr>
          <p:cNvPr id="8" name="Text 6">
            <a:extLst xmlns:a="http://schemas.openxmlformats.org/drawingml/2006/main">
              <a:ext uri="{FF2B5EF4-FFF2-40B4-BE49-F238E27FC236}">
                <a16:creationId xmlns:a16="http://schemas.microsoft.com/office/drawing/2014/main" id="{E81B135C-63DD-43DD-875F-803DA252B910}"/>
              </a:ext>
            </a:extLst>
          </p:cNvPr>
          <p:cNvSpPr>
            <a:spLocks xmlns:a="http://schemas.openxmlformats.org/drawingml/2006/main" noGrp="1"/>
          </p:cNvSpPr>
          <p:nvPr/>
        </p:nvSpPr>
        <p:spPr>
          <a:xfrm xmlns:a="http://schemas.openxmlformats.org/drawingml/2006/main">
            <a:off x="10652760" y="6501384"/>
            <a:ext cx="9144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900">
                <a:solidFill>
                  <a:srgbClr val="5C6D80"/>
                </a:solidFill>
                <a:latin typeface="NanumSquare"/>
                <a:ea typeface="NanumSquare"/>
                <a:cs typeface="NanumSquare"/>
              </a:rPr>
              <a:t>02 / 10</a:t>
            </a:r>
            <a:endParaRPr sz="900"/>
          </a:p>
        </p:txBody>
      </p:sp>
      <p:sp>
        <p:nvSpPr>
          <p:cNvPr id="9" name="Shape 7">
            <a:extLst xmlns:a="http://schemas.openxmlformats.org/drawingml/2006/main">
              <a:ext uri="{FF2B5EF4-FFF2-40B4-BE49-F238E27FC236}">
                <a16:creationId xmlns:a16="http://schemas.microsoft.com/office/drawing/2014/main" id="{CEF970CC-5FBD-4AA0-948F-AB75F4909ADA}"/>
              </a:ext>
            </a:extLst>
          </p:cNvPr>
          <p:cNvSpPr>
            <a:spLocks xmlns:a="http://schemas.openxmlformats.org/drawingml/2006/main" noGrp="1"/>
          </p:cNvSpPr>
          <p:nvPr/>
        </p:nvSpPr>
        <p:spPr>
          <a:xfrm xmlns:a="http://schemas.openxmlformats.org/drawingml/2006/main">
            <a:off x="658368" y="2130552"/>
            <a:ext cx="3584448" cy="3108960"/>
          </a:xfrm>
          <a:prstGeom xmlns:a="http://schemas.openxmlformats.org/drawingml/2006/main" prst="roundRect">
            <a:avLst>
              <a:gd name="adj" fmla="val 5294"/>
            </a:avLst>
          </a:prstGeom>
          <a:solidFill xmlns:a="http://schemas.openxmlformats.org/drawingml/2006/main">
            <a:srgbClr val="FFFFFF"/>
          </a:solidFill>
          <a:ln xmlns:a="http://schemas.openxmlformats.org/drawingml/2006/main" w="12700">
            <a:solidFill>
              <a:srgbClr val="D9E5EC"/>
            </a:solidFill>
            <a:prstDash val="solid"/>
          </a:ln>
        </p:spPr>
      </p:sp>
      <p:sp>
        <p:nvSpPr>
          <p:cNvPr id="10" name="Text 8">
            <a:extLst xmlns:a="http://schemas.openxmlformats.org/drawingml/2006/main">
              <a:ext uri="{FF2B5EF4-FFF2-40B4-BE49-F238E27FC236}">
                <a16:creationId xmlns:a16="http://schemas.microsoft.com/office/drawing/2014/main" id="{8407EA5A-DB08-4105-B539-159388AE4933}"/>
              </a:ext>
            </a:extLst>
          </p:cNvPr>
          <p:cNvSpPr>
            <a:spLocks xmlns:a="http://schemas.openxmlformats.org/drawingml/2006/main" noGrp="1"/>
          </p:cNvSpPr>
          <p:nvPr/>
        </p:nvSpPr>
        <p:spPr>
          <a:xfrm xmlns:a="http://schemas.openxmlformats.org/drawingml/2006/main">
            <a:off x="914400" y="2450592"/>
            <a:ext cx="73152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500" b="1">
                <a:solidFill>
                  <a:srgbClr val="12A79D"/>
                </a:solidFill>
                <a:latin typeface="NanumSquare"/>
                <a:ea typeface="NanumSquare"/>
                <a:cs typeface="NanumSquare"/>
              </a:rPr>
              <a:t>01</a:t>
            </a:r>
            <a:endParaRPr sz="2500"/>
          </a:p>
        </p:txBody>
      </p:sp>
      <p:sp>
        <p:nvSpPr>
          <p:cNvPr id="11" name="Text 9">
            <a:extLst xmlns:a="http://schemas.openxmlformats.org/drawingml/2006/main">
              <a:ext uri="{FF2B5EF4-FFF2-40B4-BE49-F238E27FC236}">
                <a16:creationId xmlns:a16="http://schemas.microsoft.com/office/drawing/2014/main" id="{070B3C53-D693-4E75-B7AB-99DCD4263AEC}"/>
              </a:ext>
            </a:extLst>
          </p:cNvPr>
          <p:cNvSpPr>
            <a:spLocks xmlns:a="http://schemas.openxmlformats.org/drawingml/2006/main" noGrp="1"/>
          </p:cNvSpPr>
          <p:nvPr/>
        </p:nvSpPr>
        <p:spPr>
          <a:xfrm xmlns:a="http://schemas.openxmlformats.org/drawingml/2006/main">
            <a:off x="914400" y="3145536"/>
            <a:ext cx="310896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800" b="1">
                <a:solidFill>
                  <a:srgbClr val="14233E"/>
                </a:solidFill>
                <a:latin typeface="NanumSquare"/>
                <a:ea typeface="NanumSquare"/>
                <a:cs typeface="NanumSquare"/>
              </a:rPr>
              <a:t>한 문장에 여러 사실</a:t>
            </a:r>
            <a:endParaRPr sz="1800"/>
          </a:p>
        </p:txBody>
      </p:sp>
      <p:sp>
        <p:nvSpPr>
          <p:cNvPr id="12" name="Text 10">
            <a:extLst xmlns:a="http://schemas.openxmlformats.org/drawingml/2006/main">
              <a:ext uri="{FF2B5EF4-FFF2-40B4-BE49-F238E27FC236}">
                <a16:creationId xmlns:a16="http://schemas.microsoft.com/office/drawing/2014/main" id="{939DC0D8-CA9E-4DC5-801F-EA2B0568C4D4}"/>
              </a:ext>
            </a:extLst>
          </p:cNvPr>
          <p:cNvSpPr>
            <a:spLocks xmlns:a="http://schemas.openxmlformats.org/drawingml/2006/main" noGrp="1"/>
          </p:cNvSpPr>
          <p:nvPr/>
        </p:nvSpPr>
        <p:spPr>
          <a:xfrm xmlns:a="http://schemas.openxmlformats.org/drawingml/2006/main">
            <a:off x="914400" y="3904488"/>
            <a:ext cx="3044952" cy="104241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400">
                <a:solidFill>
                  <a:srgbClr val="5C6D80"/>
                </a:solidFill>
                <a:latin typeface="NanumSquare"/>
                <a:ea typeface="NanumSquare"/>
                <a:cs typeface="NanumSquare"/>
              </a:rPr>
              <a:t>“3주 전부터 쓰리고,</a:t>
            </a:r>
            <a:endParaRPr sz="1400"/>
          </a:p>
          <a:p xmlns:a="http://schemas.openxmlformats.org/drawingml/2006/main">
            <a:pPr marL="0" indent="0">
              <a:buNone/>
            </a:pPr>
            <a:r>
              <a:rPr sz="1400">
                <a:solidFill>
                  <a:srgbClr val="5C6D80"/>
                </a:solidFill>
                <a:latin typeface="NanumSquare"/>
                <a:ea typeface="NanumSquare"/>
                <a:cs typeface="NanumSquare"/>
              </a:rPr>
              <a:t>식사 후 더 아파요.”</a:t>
            </a:r>
          </a:p>
        </p:txBody>
      </p:sp>
      <p:sp>
        <p:nvSpPr>
          <p:cNvPr id="13" name="Shape 11">
            <a:extLst xmlns:a="http://schemas.openxmlformats.org/drawingml/2006/main">
              <a:ext uri="{FF2B5EF4-FFF2-40B4-BE49-F238E27FC236}">
                <a16:creationId xmlns:a16="http://schemas.microsoft.com/office/drawing/2014/main" id="{7EF63090-9BF3-45E6-975E-76CC21D55F15}"/>
              </a:ext>
            </a:extLst>
          </p:cNvPr>
          <p:cNvSpPr>
            <a:spLocks xmlns:a="http://schemas.openxmlformats.org/drawingml/2006/main" noGrp="1"/>
          </p:cNvSpPr>
          <p:nvPr/>
        </p:nvSpPr>
        <p:spPr>
          <a:xfrm xmlns:a="http://schemas.openxmlformats.org/drawingml/2006/main">
            <a:off x="4480560" y="2130552"/>
            <a:ext cx="3584448" cy="3108960"/>
          </a:xfrm>
          <a:prstGeom xmlns:a="http://schemas.openxmlformats.org/drawingml/2006/main" prst="roundRect">
            <a:avLst>
              <a:gd name="adj" fmla="val 5294"/>
            </a:avLst>
          </a:prstGeom>
          <a:solidFill xmlns:a="http://schemas.openxmlformats.org/drawingml/2006/main">
            <a:srgbClr val="FFFFFF"/>
          </a:solidFill>
          <a:ln xmlns:a="http://schemas.openxmlformats.org/drawingml/2006/main" w="12700">
            <a:solidFill>
              <a:srgbClr val="D9E5EC"/>
            </a:solidFill>
            <a:prstDash val="solid"/>
          </a:ln>
        </p:spPr>
      </p:sp>
      <p:sp>
        <p:nvSpPr>
          <p:cNvPr id="14" name="Text 12">
            <a:extLst xmlns:a="http://schemas.openxmlformats.org/drawingml/2006/main">
              <a:ext uri="{FF2B5EF4-FFF2-40B4-BE49-F238E27FC236}">
                <a16:creationId xmlns:a16="http://schemas.microsoft.com/office/drawing/2014/main" id="{363CA1AC-9D48-402F-A462-32CE1F3C5B84}"/>
              </a:ext>
            </a:extLst>
          </p:cNvPr>
          <p:cNvSpPr>
            <a:spLocks xmlns:a="http://schemas.openxmlformats.org/drawingml/2006/main" noGrp="1"/>
          </p:cNvSpPr>
          <p:nvPr/>
        </p:nvSpPr>
        <p:spPr>
          <a:xfrm xmlns:a="http://schemas.openxmlformats.org/drawingml/2006/main">
            <a:off x="4736592" y="2450592"/>
            <a:ext cx="73152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500" b="1">
                <a:solidFill>
                  <a:srgbClr val="12A79D"/>
                </a:solidFill>
                <a:latin typeface="NanumSquare"/>
                <a:ea typeface="NanumSquare"/>
                <a:cs typeface="NanumSquare"/>
              </a:rPr>
              <a:t>02</a:t>
            </a:r>
            <a:endParaRPr sz="2500"/>
          </a:p>
        </p:txBody>
      </p:sp>
      <p:sp>
        <p:nvSpPr>
          <p:cNvPr id="15" name="Text 13">
            <a:extLst xmlns:a="http://schemas.openxmlformats.org/drawingml/2006/main">
              <a:ext uri="{FF2B5EF4-FFF2-40B4-BE49-F238E27FC236}">
                <a16:creationId xmlns:a16="http://schemas.microsoft.com/office/drawing/2014/main" id="{5A014028-CD5E-413E-B739-EEEF86814761}"/>
              </a:ext>
            </a:extLst>
          </p:cNvPr>
          <p:cNvSpPr>
            <a:spLocks xmlns:a="http://schemas.openxmlformats.org/drawingml/2006/main" noGrp="1"/>
          </p:cNvSpPr>
          <p:nvPr/>
        </p:nvSpPr>
        <p:spPr>
          <a:xfrm xmlns:a="http://schemas.openxmlformats.org/drawingml/2006/main">
            <a:off x="4736592" y="3145536"/>
            <a:ext cx="310896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800" b="1">
                <a:solidFill>
                  <a:srgbClr val="14233E"/>
                </a:solidFill>
                <a:latin typeface="NanumSquare"/>
                <a:ea typeface="NanumSquare"/>
                <a:cs typeface="NanumSquare"/>
              </a:rPr>
              <a:t>모름과 없음은 다릅니다</a:t>
            </a:r>
            <a:endParaRPr sz="1800"/>
          </a:p>
        </p:txBody>
      </p:sp>
      <p:sp>
        <p:nvSpPr>
          <p:cNvPr id="16" name="Text 14">
            <a:extLst xmlns:a="http://schemas.openxmlformats.org/drawingml/2006/main">
              <a:ext uri="{FF2B5EF4-FFF2-40B4-BE49-F238E27FC236}">
                <a16:creationId xmlns:a16="http://schemas.microsoft.com/office/drawing/2014/main" id="{E41783C5-252A-4D3A-8EE4-926C9976775F}"/>
              </a:ext>
            </a:extLst>
          </p:cNvPr>
          <p:cNvSpPr>
            <a:spLocks xmlns:a="http://schemas.openxmlformats.org/drawingml/2006/main" noGrp="1"/>
          </p:cNvSpPr>
          <p:nvPr/>
        </p:nvSpPr>
        <p:spPr>
          <a:xfrm xmlns:a="http://schemas.openxmlformats.org/drawingml/2006/main">
            <a:off x="4736592" y="3904488"/>
            <a:ext cx="3044952" cy="104241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400">
                <a:solidFill>
                  <a:srgbClr val="5C6D80"/>
                </a:solidFill>
                <a:latin typeface="NanumSquare"/>
                <a:ea typeface="NanumSquare"/>
                <a:cs typeface="NanumSquare"/>
              </a:rPr>
              <a:t>약 이름을 모른다는 답은</a:t>
            </a:r>
            <a:endParaRPr sz="1400"/>
          </a:p>
          <a:p xmlns:a="http://schemas.openxmlformats.org/drawingml/2006/main">
            <a:pPr marL="0" indent="0">
              <a:buNone/>
            </a:pPr>
            <a:r>
              <a:rPr sz="1400">
                <a:solidFill>
                  <a:srgbClr val="5C6D80"/>
                </a:solidFill>
                <a:latin typeface="NanumSquare"/>
                <a:ea typeface="NanumSquare"/>
                <a:cs typeface="NanumSquare"/>
              </a:rPr>
              <a:t>복용하지 않는다는 뜻이 아닙니다.</a:t>
            </a:r>
          </a:p>
        </p:txBody>
      </p:sp>
      <p:sp>
        <p:nvSpPr>
          <p:cNvPr id="17" name="Shape 15">
            <a:extLst xmlns:a="http://schemas.openxmlformats.org/drawingml/2006/main">
              <a:ext uri="{FF2B5EF4-FFF2-40B4-BE49-F238E27FC236}">
                <a16:creationId xmlns:a16="http://schemas.microsoft.com/office/drawing/2014/main" id="{CBA959B6-B8A9-4569-8BDC-487F990F3D33}"/>
              </a:ext>
            </a:extLst>
          </p:cNvPr>
          <p:cNvSpPr>
            <a:spLocks xmlns:a="http://schemas.openxmlformats.org/drawingml/2006/main" noGrp="1"/>
          </p:cNvSpPr>
          <p:nvPr/>
        </p:nvSpPr>
        <p:spPr>
          <a:xfrm xmlns:a="http://schemas.openxmlformats.org/drawingml/2006/main">
            <a:off x="8302752" y="2130552"/>
            <a:ext cx="3584448" cy="3108960"/>
          </a:xfrm>
          <a:prstGeom xmlns:a="http://schemas.openxmlformats.org/drawingml/2006/main" prst="roundRect">
            <a:avLst>
              <a:gd name="adj" fmla="val 5294"/>
            </a:avLst>
          </a:prstGeom>
          <a:solidFill xmlns:a="http://schemas.openxmlformats.org/drawingml/2006/main">
            <a:srgbClr val="FFFFFF"/>
          </a:solidFill>
          <a:ln xmlns:a="http://schemas.openxmlformats.org/drawingml/2006/main" w="12700">
            <a:solidFill>
              <a:srgbClr val="D9E5EC"/>
            </a:solidFill>
            <a:prstDash val="solid"/>
          </a:ln>
        </p:spPr>
      </p:sp>
      <p:sp>
        <p:nvSpPr>
          <p:cNvPr id="18" name="Text 16">
            <a:extLst xmlns:a="http://schemas.openxmlformats.org/drawingml/2006/main">
              <a:ext uri="{FF2B5EF4-FFF2-40B4-BE49-F238E27FC236}">
                <a16:creationId xmlns:a16="http://schemas.microsoft.com/office/drawing/2014/main" id="{E513E13F-30BE-4350-983B-7D9642EEBF79}"/>
              </a:ext>
            </a:extLst>
          </p:cNvPr>
          <p:cNvSpPr>
            <a:spLocks xmlns:a="http://schemas.openxmlformats.org/drawingml/2006/main" noGrp="1"/>
          </p:cNvSpPr>
          <p:nvPr/>
        </p:nvSpPr>
        <p:spPr>
          <a:xfrm xmlns:a="http://schemas.openxmlformats.org/drawingml/2006/main">
            <a:off x="8558784" y="2450592"/>
            <a:ext cx="73152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500" b="1">
                <a:solidFill>
                  <a:srgbClr val="12A79D"/>
                </a:solidFill>
                <a:latin typeface="NanumSquare"/>
                <a:ea typeface="NanumSquare"/>
                <a:cs typeface="NanumSquare"/>
              </a:rPr>
              <a:t>03</a:t>
            </a:r>
            <a:endParaRPr sz="2500"/>
          </a:p>
        </p:txBody>
      </p:sp>
      <p:sp>
        <p:nvSpPr>
          <p:cNvPr id="19" name="Text 17">
            <a:extLst xmlns:a="http://schemas.openxmlformats.org/drawingml/2006/main">
              <a:ext uri="{FF2B5EF4-FFF2-40B4-BE49-F238E27FC236}">
                <a16:creationId xmlns:a16="http://schemas.microsoft.com/office/drawing/2014/main" id="{9A70406D-9382-464A-92C0-7571C248F3BC}"/>
              </a:ext>
            </a:extLst>
          </p:cNvPr>
          <p:cNvSpPr>
            <a:spLocks xmlns:a="http://schemas.openxmlformats.org/drawingml/2006/main" noGrp="1"/>
          </p:cNvSpPr>
          <p:nvPr/>
        </p:nvSpPr>
        <p:spPr>
          <a:xfrm xmlns:a="http://schemas.openxmlformats.org/drawingml/2006/main">
            <a:off x="8558784" y="3145536"/>
            <a:ext cx="310896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800" b="1">
                <a:solidFill>
                  <a:srgbClr val="14233E"/>
                </a:solidFill>
                <a:latin typeface="NanumSquare"/>
                <a:ea typeface="NanumSquare"/>
                <a:cs typeface="NanumSquare"/>
              </a:rPr>
              <a:t>정정도 기록에 반영해야 합니다</a:t>
            </a:r>
            <a:endParaRPr sz="1800"/>
          </a:p>
        </p:txBody>
      </p:sp>
      <p:sp>
        <p:nvSpPr>
          <p:cNvPr id="20" name="Text 18">
            <a:extLst xmlns:a="http://schemas.openxmlformats.org/drawingml/2006/main">
              <a:ext uri="{FF2B5EF4-FFF2-40B4-BE49-F238E27FC236}">
                <a16:creationId xmlns:a16="http://schemas.microsoft.com/office/drawing/2014/main" id="{B3ED998B-393F-4AEB-98A2-CBAFA5B3746C}"/>
              </a:ext>
            </a:extLst>
          </p:cNvPr>
          <p:cNvSpPr>
            <a:spLocks xmlns:a="http://schemas.openxmlformats.org/drawingml/2006/main" noGrp="1"/>
          </p:cNvSpPr>
          <p:nvPr/>
        </p:nvSpPr>
        <p:spPr>
          <a:xfrm xmlns:a="http://schemas.openxmlformats.org/drawingml/2006/main">
            <a:off x="8558784" y="3904488"/>
            <a:ext cx="3044952" cy="104241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400">
                <a:solidFill>
                  <a:srgbClr val="5C6D80"/>
                </a:solidFill>
                <a:latin typeface="NanumSquare"/>
                <a:ea typeface="NanumSquare"/>
                <a:cs typeface="NanumSquare"/>
              </a:rPr>
              <a:t>“3일이 아니라 3주예요.”</a:t>
            </a:r>
            <a:endParaRPr sz="1400"/>
          </a:p>
          <a:p xmlns:a="http://schemas.openxmlformats.org/drawingml/2006/main">
            <a:pPr marL="0" indent="0">
              <a:buNone/>
            </a:pPr>
            <a:r>
              <a:rPr sz="1400">
                <a:solidFill>
                  <a:srgbClr val="5C6D80"/>
                </a:solidFill>
                <a:latin typeface="NanumSquare"/>
                <a:ea typeface="NanumSquare"/>
                <a:cs typeface="NanumSquare"/>
              </a:rPr>
              <a:t>바뀐 기록은 다시 확인해야 합니다.</a:t>
            </a:r>
          </a:p>
        </p:txBody>
      </p:sp>
      <p:sp>
        <p:nvSpPr>
          <p:cNvPr id="21" name="Text 19">
            <a:extLst xmlns:a="http://schemas.openxmlformats.org/drawingml/2006/main">
              <a:ext uri="{FF2B5EF4-FFF2-40B4-BE49-F238E27FC236}">
                <a16:creationId xmlns:a16="http://schemas.microsoft.com/office/drawing/2014/main" id="{B59153D7-0A37-4F54-AFC6-1F133226EC0E}"/>
              </a:ext>
            </a:extLst>
          </p:cNvPr>
          <p:cNvSpPr>
            <a:spLocks xmlns:a="http://schemas.openxmlformats.org/drawingml/2006/main" noGrp="1"/>
          </p:cNvSpPr>
          <p:nvPr/>
        </p:nvSpPr>
        <p:spPr>
          <a:xfrm xmlns:a="http://schemas.openxmlformats.org/drawingml/2006/main">
            <a:off x="804672" y="5696712"/>
            <a:ext cx="10789920" cy="35661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900" b="1">
                <a:solidFill>
                  <a:srgbClr val="203451"/>
                </a:solidFill>
                <a:latin typeface="NanumSquare"/>
                <a:ea typeface="NanumSquare"/>
                <a:cs typeface="NanumSquare"/>
              </a:rPr>
              <a:t>환자의 말과 수정 이력을 보존해야 진료실이 이어받을 수 있습니다.</a:t>
            </a:r>
            <a:endParaRPr sz="1900"/>
          </a:p>
        </p:txBody>
      </p:sp>
    </p:spTree>
    <p:extLst>
      <p:ext uri="{BB962C8B-B14F-4D97-AF65-F5344CB8AC3E}">
        <p14:creationId xmlns:p14="http://schemas.microsoft.com/office/powerpoint/2010/main" val="1205372966"/>
      </p:ext>
    </p:extLst>
  </p:cSld>
</p:sld>
</file>

<file path=ppt/slides/slide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28F017C-DBF5-4FE4-9995-0313B5ADC8A2}"/>
              </a:ext>
            </a:extLst>
          </p:cNvPr>
          <p:cNvSpPr>
            <a:spLocks xmlns:a="http://schemas.openxmlformats.org/drawingml/2006/main" noGrp="1"/>
          </p:cNvSpPr>
          <p:nvPr/>
        </p:nvSpPr>
        <p:spPr>
          <a:xfrm xmlns:a="http://schemas.openxmlformats.org/drawingml/2006/main">
            <a:off x="0" y="0"/>
            <a:ext cx="12191695" cy="96012"/>
          </a:xfrm>
          <a:prstGeom xmlns:a="http://schemas.openxmlformats.org/drawingml/2006/main" prst="rect">
            <a:avLst/>
          </a:prstGeom>
          <a:solidFill xmlns:a="http://schemas.openxmlformats.org/drawingml/2006/main">
            <a:srgbClr val="12A79D"/>
          </a:solidFill>
          <a:ln xmlns:a="http://schemas.openxmlformats.org/drawingml/2006/main" w="12700">
            <a:solidFill>
              <a:srgbClr val="12A79D"/>
            </a:solidFill>
            <a:prstDash val="solid"/>
          </a:ln>
        </p:spPr>
      </p:sp>
      <p:sp>
        <p:nvSpPr>
          <p:cNvPr id="3" name="Text 1">
            <a:extLst xmlns:a="http://schemas.openxmlformats.org/drawingml/2006/main">
              <a:ext uri="{FF2B5EF4-FFF2-40B4-BE49-F238E27FC236}">
                <a16:creationId xmlns:a16="http://schemas.microsoft.com/office/drawing/2014/main" id="{E714BA1F-A2AD-4160-B710-A886F3CB6F05}"/>
              </a:ext>
            </a:extLst>
          </p:cNvPr>
          <p:cNvSpPr>
            <a:spLocks xmlns:a="http://schemas.openxmlformats.org/drawingml/2006/main" noGrp="1"/>
          </p:cNvSpPr>
          <p:nvPr/>
        </p:nvSpPr>
        <p:spPr>
          <a:xfrm xmlns:a="http://schemas.openxmlformats.org/drawingml/2006/main">
            <a:off x="658368" y="301752"/>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00" b="1" spc="200">
                <a:solidFill>
                  <a:srgbClr val="12A79D"/>
                </a:solidFill>
                <a:latin typeface="NanumSquare"/>
                <a:ea typeface="NanumSquare"/>
                <a:cs typeface="NanumSquare"/>
              </a:rPr>
              <a:t>03  THE SOLUTION</a:t>
            </a:r>
            <a:endParaRPr sz="1000"/>
          </a:p>
        </p:txBody>
      </p:sp>
      <p:sp>
        <p:nvSpPr>
          <p:cNvPr id="4" name="Text 2">
            <a:extLst xmlns:a="http://schemas.openxmlformats.org/drawingml/2006/main">
              <a:ext uri="{FF2B5EF4-FFF2-40B4-BE49-F238E27FC236}">
                <a16:creationId xmlns:a16="http://schemas.microsoft.com/office/drawing/2014/main" id="{0C2318E5-6936-442D-94EC-7ADAA928A1D4}"/>
              </a:ext>
            </a:extLst>
          </p:cNvPr>
          <p:cNvSpPr>
            <a:spLocks xmlns:a="http://schemas.openxmlformats.org/drawingml/2006/main" noGrp="1"/>
          </p:cNvSpPr>
          <p:nvPr/>
        </p:nvSpPr>
        <p:spPr>
          <a:xfrm xmlns:a="http://schemas.openxmlformats.org/drawingml/2006/main">
            <a:off x="658368" y="722376"/>
            <a:ext cx="10972800" cy="6126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3000" b="1">
                <a:solidFill>
                  <a:srgbClr val="14233E"/>
                </a:solidFill>
                <a:latin typeface="NanumSquare"/>
                <a:ea typeface="NanumSquare"/>
                <a:cs typeface="NanumSquare"/>
              </a:rPr>
              <a:t>CareFrame: 대화를 진료 준비 기록으로</a:t>
            </a:r>
            <a:endParaRPr sz="3000"/>
          </a:p>
        </p:txBody>
      </p:sp>
      <p:sp>
        <p:nvSpPr>
          <p:cNvPr id="5" name="Text 3">
            <a:extLst xmlns:a="http://schemas.openxmlformats.org/drawingml/2006/main">
              <a:ext uri="{FF2B5EF4-FFF2-40B4-BE49-F238E27FC236}">
                <a16:creationId xmlns:a16="http://schemas.microsoft.com/office/drawing/2014/main" id="{80216CDE-B8B3-41EF-8B08-0B2D972D0A52}"/>
              </a:ext>
            </a:extLst>
          </p:cNvPr>
          <p:cNvSpPr>
            <a:spLocks xmlns:a="http://schemas.openxmlformats.org/drawingml/2006/main" noGrp="1"/>
          </p:cNvSpPr>
          <p:nvPr/>
        </p:nvSpPr>
        <p:spPr>
          <a:xfrm xmlns:a="http://schemas.openxmlformats.org/drawingml/2006/main">
            <a:off x="685800" y="1389888"/>
            <a:ext cx="1088136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400">
                <a:solidFill>
                  <a:srgbClr val="5C6D80"/>
                </a:solidFill>
                <a:latin typeface="NanumSquare"/>
                <a:ea typeface="NanumSquare"/>
                <a:cs typeface="NanumSquare"/>
              </a:rPr>
              <a:t>한국어 발언을 구조화하고 의료진이 검토할 수 있는 기록을 만듭니다.</a:t>
            </a:r>
            <a:endParaRPr sz="1400"/>
          </a:p>
        </p:txBody>
      </p:sp>
      <p:sp>
        <p:nvSpPr>
          <p:cNvPr id="6" name="Shape 4">
            <a:extLst xmlns:a="http://schemas.openxmlformats.org/drawingml/2006/main">
              <a:ext uri="{FF2B5EF4-FFF2-40B4-BE49-F238E27FC236}">
                <a16:creationId xmlns:a16="http://schemas.microsoft.com/office/drawing/2014/main" id="{F7A6496E-631C-4332-ACB5-E482B9234061}"/>
              </a:ext>
            </a:extLst>
          </p:cNvPr>
          <p:cNvSpPr>
            <a:spLocks xmlns:a="http://schemas.openxmlformats.org/drawingml/2006/main" noGrp="1"/>
          </p:cNvSpPr>
          <p:nvPr/>
        </p:nvSpPr>
        <p:spPr>
          <a:xfrm xmlns:a="http://schemas.openxmlformats.org/drawingml/2006/main">
            <a:off x="658368" y="6455664"/>
            <a:ext cx="10863072" cy="0"/>
          </a:xfrm>
          <a:prstGeom xmlns:a="http://schemas.openxmlformats.org/drawingml/2006/main" prst="line">
            <a:avLst/>
          </a:prstGeom>
          <a:noFill xmlns:a="http://schemas.openxmlformats.org/drawingml/2006/main"/>
          <a:ln xmlns:a="http://schemas.openxmlformats.org/drawingml/2006/main" w="12700">
            <a:solidFill>
              <a:srgbClr val="D9E5EC"/>
            </a:solidFill>
            <a:prstDash val="solid"/>
          </a:ln>
        </p:spPr>
      </p:sp>
      <p:sp>
        <p:nvSpPr>
          <p:cNvPr id="7" name="Text 5">
            <a:extLst xmlns:a="http://schemas.openxmlformats.org/drawingml/2006/main">
              <a:ext uri="{FF2B5EF4-FFF2-40B4-BE49-F238E27FC236}">
                <a16:creationId xmlns:a16="http://schemas.microsoft.com/office/drawing/2014/main" id="{51F2141E-8A42-4342-88FD-6D5F7E90B62F}"/>
              </a:ext>
            </a:extLst>
          </p:cNvPr>
          <p:cNvSpPr>
            <a:spLocks xmlns:a="http://schemas.openxmlformats.org/drawingml/2006/main" noGrp="1"/>
          </p:cNvSpPr>
          <p:nvPr/>
        </p:nvSpPr>
        <p:spPr>
          <a:xfrm xmlns:a="http://schemas.openxmlformats.org/drawingml/2006/main">
            <a:off x="694944" y="6519672"/>
            <a:ext cx="8229600" cy="17373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900">
                <a:solidFill>
                  <a:srgbClr val="5C6D80"/>
                </a:solidFill>
                <a:latin typeface="NanumSquare"/>
                <a:ea typeface="NanumSquare"/>
                <a:cs typeface="NanumSquare"/>
              </a:rPr>
              <a:t>CAREFRAME  /  CODEX HACKATHON 2026</a:t>
            </a:r>
            <a:endParaRPr sz="900"/>
          </a:p>
        </p:txBody>
      </p:sp>
      <p:sp>
        <p:nvSpPr>
          <p:cNvPr id="8" name="Text 6">
            <a:extLst xmlns:a="http://schemas.openxmlformats.org/drawingml/2006/main">
              <a:ext uri="{FF2B5EF4-FFF2-40B4-BE49-F238E27FC236}">
                <a16:creationId xmlns:a16="http://schemas.microsoft.com/office/drawing/2014/main" id="{D29455D1-53F4-44CD-A476-409F14AEC460}"/>
              </a:ext>
            </a:extLst>
          </p:cNvPr>
          <p:cNvSpPr>
            <a:spLocks xmlns:a="http://schemas.openxmlformats.org/drawingml/2006/main" noGrp="1"/>
          </p:cNvSpPr>
          <p:nvPr/>
        </p:nvSpPr>
        <p:spPr>
          <a:xfrm xmlns:a="http://schemas.openxmlformats.org/drawingml/2006/main">
            <a:off x="10652760" y="6501384"/>
            <a:ext cx="9144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900">
                <a:solidFill>
                  <a:srgbClr val="5C6D80"/>
                </a:solidFill>
                <a:latin typeface="NanumSquare"/>
                <a:ea typeface="NanumSquare"/>
                <a:cs typeface="NanumSquare"/>
              </a:rPr>
              <a:t>03 / 10</a:t>
            </a:r>
            <a:endParaRPr sz="900"/>
          </a:p>
        </p:txBody>
      </p:sp>
      <p:sp>
        <p:nvSpPr>
          <p:cNvPr id="9" name="Shape 7">
            <a:extLst xmlns:a="http://schemas.openxmlformats.org/drawingml/2006/main">
              <a:ext uri="{FF2B5EF4-FFF2-40B4-BE49-F238E27FC236}">
                <a16:creationId xmlns:a16="http://schemas.microsoft.com/office/drawing/2014/main" id="{5ECA2B8D-4C7D-438B-8D76-0A81BFD07207}"/>
              </a:ext>
            </a:extLst>
          </p:cNvPr>
          <p:cNvSpPr>
            <a:spLocks xmlns:a="http://schemas.openxmlformats.org/drawingml/2006/main" noGrp="1"/>
          </p:cNvSpPr>
          <p:nvPr/>
        </p:nvSpPr>
        <p:spPr>
          <a:xfrm xmlns:a="http://schemas.openxmlformats.org/drawingml/2006/main">
            <a:off x="713232" y="2487168"/>
            <a:ext cx="2642616" cy="2286000"/>
          </a:xfrm>
          <a:prstGeom xmlns:a="http://schemas.openxmlformats.org/drawingml/2006/main" prst="roundRect">
            <a:avLst>
              <a:gd name="adj" fmla="val 7200"/>
            </a:avLst>
          </a:prstGeom>
          <a:solidFill xmlns:a="http://schemas.openxmlformats.org/drawingml/2006/main">
            <a:srgbClr val="E6F7F3"/>
          </a:solidFill>
          <a:ln xmlns:a="http://schemas.openxmlformats.org/drawingml/2006/main" w="12700">
            <a:solidFill>
              <a:srgbClr val="E6F7F3"/>
            </a:solidFill>
            <a:prstDash val="solid"/>
          </a:ln>
        </p:spPr>
      </p:sp>
      <p:sp>
        <p:nvSpPr>
          <p:cNvPr id="10" name="Text 8">
            <a:extLst xmlns:a="http://schemas.openxmlformats.org/drawingml/2006/main">
              <a:ext uri="{FF2B5EF4-FFF2-40B4-BE49-F238E27FC236}">
                <a16:creationId xmlns:a16="http://schemas.microsoft.com/office/drawing/2014/main" id="{B16A62BC-CF51-4C6E-945F-D3993BD42E79}"/>
              </a:ext>
            </a:extLst>
          </p:cNvPr>
          <p:cNvSpPr>
            <a:spLocks xmlns:a="http://schemas.openxmlformats.org/drawingml/2006/main" noGrp="1"/>
          </p:cNvSpPr>
          <p:nvPr/>
        </p:nvSpPr>
        <p:spPr>
          <a:xfrm xmlns:a="http://schemas.openxmlformats.org/drawingml/2006/main">
            <a:off x="914400" y="2798064"/>
            <a:ext cx="50292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400" b="1">
                <a:solidFill>
                  <a:srgbClr val="12A79D"/>
                </a:solidFill>
                <a:latin typeface="NanumSquare"/>
                <a:ea typeface="NanumSquare"/>
                <a:cs typeface="NanumSquare"/>
              </a:rPr>
              <a:t>01</a:t>
            </a:r>
            <a:endParaRPr sz="2400"/>
          </a:p>
        </p:txBody>
      </p:sp>
      <p:sp>
        <p:nvSpPr>
          <p:cNvPr id="11" name="Text 9">
            <a:extLst xmlns:a="http://schemas.openxmlformats.org/drawingml/2006/main">
              <a:ext uri="{FF2B5EF4-FFF2-40B4-BE49-F238E27FC236}">
                <a16:creationId xmlns:a16="http://schemas.microsoft.com/office/drawing/2014/main" id="{7B81C43B-0C4E-4125-A790-C1321FDCBD94}"/>
              </a:ext>
            </a:extLst>
          </p:cNvPr>
          <p:cNvSpPr>
            <a:spLocks xmlns:a="http://schemas.openxmlformats.org/drawingml/2006/main" noGrp="1"/>
          </p:cNvSpPr>
          <p:nvPr/>
        </p:nvSpPr>
        <p:spPr>
          <a:xfrm xmlns:a="http://schemas.openxmlformats.org/drawingml/2006/main">
            <a:off x="914400" y="3374136"/>
            <a:ext cx="2240280" cy="28346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300" b="1">
                <a:solidFill>
                  <a:srgbClr val="5C6D80"/>
                </a:solidFill>
                <a:latin typeface="NanumSquare"/>
                <a:ea typeface="NanumSquare"/>
                <a:cs typeface="NanumSquare"/>
              </a:rPr>
              <a:t>TALK</a:t>
            </a:r>
            <a:endParaRPr sz="1300"/>
          </a:p>
        </p:txBody>
      </p:sp>
      <p:sp>
        <p:nvSpPr>
          <p:cNvPr id="12" name="Text 10">
            <a:extLst xmlns:a="http://schemas.openxmlformats.org/drawingml/2006/main">
              <a:ext uri="{FF2B5EF4-FFF2-40B4-BE49-F238E27FC236}">
                <a16:creationId xmlns:a16="http://schemas.microsoft.com/office/drawing/2014/main" id="{C1A90EB5-0FF4-4F75-B01C-CE826777C6A7}"/>
              </a:ext>
            </a:extLst>
          </p:cNvPr>
          <p:cNvSpPr>
            <a:spLocks xmlns:a="http://schemas.openxmlformats.org/drawingml/2006/main" noGrp="1"/>
          </p:cNvSpPr>
          <p:nvPr/>
        </p:nvSpPr>
        <p:spPr>
          <a:xfrm xmlns:a="http://schemas.openxmlformats.org/drawingml/2006/main">
            <a:off x="914400" y="3794760"/>
            <a:ext cx="2276856" cy="52120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900" b="1">
                <a:solidFill>
                  <a:srgbClr val="14233E"/>
                </a:solidFill>
                <a:latin typeface="NanumSquare"/>
                <a:ea typeface="NanumSquare"/>
                <a:cs typeface="NanumSquare"/>
              </a:rPr>
              <a:t>편하게 말하기</a:t>
            </a:r>
            <a:endParaRPr sz="1900"/>
          </a:p>
        </p:txBody>
      </p:sp>
      <p:sp>
        <p:nvSpPr>
          <p:cNvPr id="13" name="Text 11">
            <a:extLst xmlns:a="http://schemas.openxmlformats.org/drawingml/2006/main">
              <a:ext uri="{FF2B5EF4-FFF2-40B4-BE49-F238E27FC236}">
                <a16:creationId xmlns:a16="http://schemas.microsoft.com/office/drawing/2014/main" id="{1B6ECBDA-FAB5-486C-983C-1991F72638D0}"/>
              </a:ext>
            </a:extLst>
          </p:cNvPr>
          <p:cNvSpPr>
            <a:spLocks xmlns:a="http://schemas.openxmlformats.org/drawingml/2006/main" noGrp="1"/>
          </p:cNvSpPr>
          <p:nvPr/>
        </p:nvSpPr>
        <p:spPr>
          <a:xfrm xmlns:a="http://schemas.openxmlformats.org/drawingml/2006/main">
            <a:off x="3392424" y="3310128"/>
            <a:ext cx="25603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200" b="1">
                <a:solidFill>
                  <a:srgbClr val="12A79D"/>
                </a:solidFill>
                <a:latin typeface="NanumSquare"/>
                <a:ea typeface="NanumSquare"/>
                <a:cs typeface="NanumSquare"/>
              </a:rPr>
              <a:t>→</a:t>
            </a:r>
            <a:endParaRPr sz="2200"/>
          </a:p>
        </p:txBody>
      </p:sp>
      <p:sp>
        <p:nvSpPr>
          <p:cNvPr id="14" name="Shape 12">
            <a:extLst xmlns:a="http://schemas.openxmlformats.org/drawingml/2006/main">
              <a:ext uri="{FF2B5EF4-FFF2-40B4-BE49-F238E27FC236}">
                <a16:creationId xmlns:a16="http://schemas.microsoft.com/office/drawing/2014/main" id="{1710711E-DA86-422A-A578-5159190978A6}"/>
              </a:ext>
            </a:extLst>
          </p:cNvPr>
          <p:cNvSpPr>
            <a:spLocks xmlns:a="http://schemas.openxmlformats.org/drawingml/2006/main" noGrp="1"/>
          </p:cNvSpPr>
          <p:nvPr/>
        </p:nvSpPr>
        <p:spPr>
          <a:xfrm xmlns:a="http://schemas.openxmlformats.org/drawingml/2006/main">
            <a:off x="3602736" y="2487168"/>
            <a:ext cx="2642616" cy="2286000"/>
          </a:xfrm>
          <a:prstGeom xmlns:a="http://schemas.openxmlformats.org/drawingml/2006/main" prst="roundRect">
            <a:avLst>
              <a:gd name="adj" fmla="val 7200"/>
            </a:avLst>
          </a:prstGeom>
          <a:solidFill xmlns:a="http://schemas.openxmlformats.org/drawingml/2006/main">
            <a:srgbClr val="FFFFFF"/>
          </a:solidFill>
          <a:ln xmlns:a="http://schemas.openxmlformats.org/drawingml/2006/main" w="12700">
            <a:solidFill>
              <a:srgbClr val="D9E5EC"/>
            </a:solidFill>
            <a:prstDash val="solid"/>
          </a:ln>
        </p:spPr>
      </p:sp>
      <p:sp>
        <p:nvSpPr>
          <p:cNvPr id="15" name="Text 13">
            <a:extLst xmlns:a="http://schemas.openxmlformats.org/drawingml/2006/main">
              <a:ext uri="{FF2B5EF4-FFF2-40B4-BE49-F238E27FC236}">
                <a16:creationId xmlns:a16="http://schemas.microsoft.com/office/drawing/2014/main" id="{15BEEFA7-A5C1-4DE1-8246-E28B74AEDFD8}"/>
              </a:ext>
            </a:extLst>
          </p:cNvPr>
          <p:cNvSpPr>
            <a:spLocks xmlns:a="http://schemas.openxmlformats.org/drawingml/2006/main" noGrp="1"/>
          </p:cNvSpPr>
          <p:nvPr/>
        </p:nvSpPr>
        <p:spPr>
          <a:xfrm xmlns:a="http://schemas.openxmlformats.org/drawingml/2006/main">
            <a:off x="3803904" y="2798064"/>
            <a:ext cx="50292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400" b="1">
                <a:solidFill>
                  <a:srgbClr val="12A79D"/>
                </a:solidFill>
                <a:latin typeface="NanumSquare"/>
                <a:ea typeface="NanumSquare"/>
                <a:cs typeface="NanumSquare"/>
              </a:rPr>
              <a:t>02</a:t>
            </a:r>
            <a:endParaRPr sz="2400"/>
          </a:p>
        </p:txBody>
      </p:sp>
      <p:sp>
        <p:nvSpPr>
          <p:cNvPr id="16" name="Text 14">
            <a:extLst xmlns:a="http://schemas.openxmlformats.org/drawingml/2006/main">
              <a:ext uri="{FF2B5EF4-FFF2-40B4-BE49-F238E27FC236}">
                <a16:creationId xmlns:a16="http://schemas.microsoft.com/office/drawing/2014/main" id="{C757138A-A8B8-4B75-A668-A07AB8281581}"/>
              </a:ext>
            </a:extLst>
          </p:cNvPr>
          <p:cNvSpPr>
            <a:spLocks xmlns:a="http://schemas.openxmlformats.org/drawingml/2006/main" noGrp="1"/>
          </p:cNvSpPr>
          <p:nvPr/>
        </p:nvSpPr>
        <p:spPr>
          <a:xfrm xmlns:a="http://schemas.openxmlformats.org/drawingml/2006/main">
            <a:off x="3803904" y="3374136"/>
            <a:ext cx="2240280" cy="28346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300" b="1">
                <a:solidFill>
                  <a:srgbClr val="5C6D80"/>
                </a:solidFill>
                <a:latin typeface="NanumSquare"/>
                <a:ea typeface="NanumSquare"/>
                <a:cs typeface="NanumSquare"/>
              </a:rPr>
              <a:t>UNDERSTAND</a:t>
            </a:r>
            <a:endParaRPr sz="1300"/>
          </a:p>
        </p:txBody>
      </p:sp>
      <p:sp>
        <p:nvSpPr>
          <p:cNvPr id="17" name="Text 15">
            <a:extLst xmlns:a="http://schemas.openxmlformats.org/drawingml/2006/main">
              <a:ext uri="{FF2B5EF4-FFF2-40B4-BE49-F238E27FC236}">
                <a16:creationId xmlns:a16="http://schemas.microsoft.com/office/drawing/2014/main" id="{90B8D999-D1B7-4B88-9F7F-A7BC7D3D20D0}"/>
              </a:ext>
            </a:extLst>
          </p:cNvPr>
          <p:cNvSpPr>
            <a:spLocks xmlns:a="http://schemas.openxmlformats.org/drawingml/2006/main" noGrp="1"/>
          </p:cNvSpPr>
          <p:nvPr/>
        </p:nvSpPr>
        <p:spPr>
          <a:xfrm xmlns:a="http://schemas.openxmlformats.org/drawingml/2006/main">
            <a:off x="3803904" y="3794760"/>
            <a:ext cx="2276856" cy="52120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900" b="1">
                <a:solidFill>
                  <a:srgbClr val="14233E"/>
                </a:solidFill>
                <a:latin typeface="NanumSquare"/>
                <a:ea typeface="NanumSquare"/>
                <a:cs typeface="NanumSquare"/>
              </a:rPr>
              <a:t>핵심정보 구조화</a:t>
            </a:r>
            <a:endParaRPr sz="1900"/>
          </a:p>
        </p:txBody>
      </p:sp>
      <p:sp>
        <p:nvSpPr>
          <p:cNvPr id="18" name="Text 16">
            <a:extLst xmlns:a="http://schemas.openxmlformats.org/drawingml/2006/main">
              <a:ext uri="{FF2B5EF4-FFF2-40B4-BE49-F238E27FC236}">
                <a16:creationId xmlns:a16="http://schemas.microsoft.com/office/drawing/2014/main" id="{567CDF89-D40C-400B-BC2F-4FC79D857EA8}"/>
              </a:ext>
            </a:extLst>
          </p:cNvPr>
          <p:cNvSpPr>
            <a:spLocks xmlns:a="http://schemas.openxmlformats.org/drawingml/2006/main" noGrp="1"/>
          </p:cNvSpPr>
          <p:nvPr/>
        </p:nvSpPr>
        <p:spPr>
          <a:xfrm xmlns:a="http://schemas.openxmlformats.org/drawingml/2006/main">
            <a:off x="6281928" y="3310128"/>
            <a:ext cx="25603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200" b="1">
                <a:solidFill>
                  <a:srgbClr val="12A79D"/>
                </a:solidFill>
                <a:latin typeface="NanumSquare"/>
                <a:ea typeface="NanumSquare"/>
                <a:cs typeface="NanumSquare"/>
              </a:rPr>
              <a:t>→</a:t>
            </a:r>
            <a:endParaRPr sz="2200"/>
          </a:p>
        </p:txBody>
      </p:sp>
      <p:sp>
        <p:nvSpPr>
          <p:cNvPr id="19" name="Shape 17">
            <a:extLst xmlns:a="http://schemas.openxmlformats.org/drawingml/2006/main">
              <a:ext uri="{FF2B5EF4-FFF2-40B4-BE49-F238E27FC236}">
                <a16:creationId xmlns:a16="http://schemas.microsoft.com/office/drawing/2014/main" id="{23972DC6-947B-43F2-B367-E5ED591C1F07}"/>
              </a:ext>
            </a:extLst>
          </p:cNvPr>
          <p:cNvSpPr>
            <a:spLocks xmlns:a="http://schemas.openxmlformats.org/drawingml/2006/main" noGrp="1"/>
          </p:cNvSpPr>
          <p:nvPr/>
        </p:nvSpPr>
        <p:spPr>
          <a:xfrm xmlns:a="http://schemas.openxmlformats.org/drawingml/2006/main">
            <a:off x="6492240" y="2487168"/>
            <a:ext cx="2642616" cy="2286000"/>
          </a:xfrm>
          <a:prstGeom xmlns:a="http://schemas.openxmlformats.org/drawingml/2006/main" prst="roundRect">
            <a:avLst>
              <a:gd name="adj" fmla="val 7200"/>
            </a:avLst>
          </a:prstGeom>
          <a:solidFill xmlns:a="http://schemas.openxmlformats.org/drawingml/2006/main">
            <a:srgbClr val="E6F7F3"/>
          </a:solidFill>
          <a:ln xmlns:a="http://schemas.openxmlformats.org/drawingml/2006/main" w="12700">
            <a:solidFill>
              <a:srgbClr val="E6F7F3"/>
            </a:solidFill>
            <a:prstDash val="solid"/>
          </a:ln>
        </p:spPr>
      </p:sp>
      <p:sp>
        <p:nvSpPr>
          <p:cNvPr id="20" name="Text 18">
            <a:extLst xmlns:a="http://schemas.openxmlformats.org/drawingml/2006/main">
              <a:ext uri="{FF2B5EF4-FFF2-40B4-BE49-F238E27FC236}">
                <a16:creationId xmlns:a16="http://schemas.microsoft.com/office/drawing/2014/main" id="{FB75E9A4-411A-46C4-9714-4DF5E083FA2F}"/>
              </a:ext>
            </a:extLst>
          </p:cNvPr>
          <p:cNvSpPr>
            <a:spLocks xmlns:a="http://schemas.openxmlformats.org/drawingml/2006/main" noGrp="1"/>
          </p:cNvSpPr>
          <p:nvPr/>
        </p:nvSpPr>
        <p:spPr>
          <a:xfrm xmlns:a="http://schemas.openxmlformats.org/drawingml/2006/main">
            <a:off x="6693408" y="2798064"/>
            <a:ext cx="50292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400" b="1">
                <a:solidFill>
                  <a:srgbClr val="12A79D"/>
                </a:solidFill>
                <a:latin typeface="NanumSquare"/>
                <a:ea typeface="NanumSquare"/>
                <a:cs typeface="NanumSquare"/>
              </a:rPr>
              <a:t>03</a:t>
            </a:r>
            <a:endParaRPr sz="2400"/>
          </a:p>
        </p:txBody>
      </p:sp>
      <p:sp>
        <p:nvSpPr>
          <p:cNvPr id="21" name="Text 19">
            <a:extLst xmlns:a="http://schemas.openxmlformats.org/drawingml/2006/main">
              <a:ext uri="{FF2B5EF4-FFF2-40B4-BE49-F238E27FC236}">
                <a16:creationId xmlns:a16="http://schemas.microsoft.com/office/drawing/2014/main" id="{C0ECECAA-2F16-40AB-9BFE-2CE0BE4F1C87}"/>
              </a:ext>
            </a:extLst>
          </p:cNvPr>
          <p:cNvSpPr>
            <a:spLocks xmlns:a="http://schemas.openxmlformats.org/drawingml/2006/main" noGrp="1"/>
          </p:cNvSpPr>
          <p:nvPr/>
        </p:nvSpPr>
        <p:spPr>
          <a:xfrm xmlns:a="http://schemas.openxmlformats.org/drawingml/2006/main">
            <a:off x="6693408" y="3374136"/>
            <a:ext cx="2240280" cy="28346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300" b="1">
                <a:solidFill>
                  <a:srgbClr val="5C6D80"/>
                </a:solidFill>
                <a:latin typeface="NanumSquare"/>
                <a:ea typeface="NanumSquare"/>
                <a:cs typeface="NanumSquare"/>
              </a:rPr>
              <a:t>GUIDE</a:t>
            </a:r>
            <a:endParaRPr sz="1300"/>
          </a:p>
        </p:txBody>
      </p:sp>
      <p:sp>
        <p:nvSpPr>
          <p:cNvPr id="22" name="Text 20">
            <a:extLst xmlns:a="http://schemas.openxmlformats.org/drawingml/2006/main">
              <a:ext uri="{FF2B5EF4-FFF2-40B4-BE49-F238E27FC236}">
                <a16:creationId xmlns:a16="http://schemas.microsoft.com/office/drawing/2014/main" id="{AC67C9B4-BC67-400D-8782-BEFC3063B387}"/>
              </a:ext>
            </a:extLst>
          </p:cNvPr>
          <p:cNvSpPr>
            <a:spLocks xmlns:a="http://schemas.openxmlformats.org/drawingml/2006/main" noGrp="1"/>
          </p:cNvSpPr>
          <p:nvPr/>
        </p:nvSpPr>
        <p:spPr>
          <a:xfrm xmlns:a="http://schemas.openxmlformats.org/drawingml/2006/main">
            <a:off x="6693408" y="3794760"/>
            <a:ext cx="2276856" cy="52120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900" b="1">
                <a:solidFill>
                  <a:srgbClr val="14233E"/>
                </a:solidFill>
                <a:latin typeface="NanumSquare"/>
                <a:ea typeface="NanumSquare"/>
                <a:cs typeface="NanumSquare"/>
              </a:rPr>
              <a:t>추가 질문·안내</a:t>
            </a:r>
            <a:endParaRPr sz="1900"/>
          </a:p>
        </p:txBody>
      </p:sp>
      <p:sp>
        <p:nvSpPr>
          <p:cNvPr id="23" name="Text 21">
            <a:extLst xmlns:a="http://schemas.openxmlformats.org/drawingml/2006/main">
              <a:ext uri="{FF2B5EF4-FFF2-40B4-BE49-F238E27FC236}">
                <a16:creationId xmlns:a16="http://schemas.microsoft.com/office/drawing/2014/main" id="{B1DBA91A-4ABA-4198-9594-F556B26DCC87}"/>
              </a:ext>
            </a:extLst>
          </p:cNvPr>
          <p:cNvSpPr>
            <a:spLocks xmlns:a="http://schemas.openxmlformats.org/drawingml/2006/main" noGrp="1"/>
          </p:cNvSpPr>
          <p:nvPr/>
        </p:nvSpPr>
        <p:spPr>
          <a:xfrm xmlns:a="http://schemas.openxmlformats.org/drawingml/2006/main">
            <a:off x="9171432" y="3310128"/>
            <a:ext cx="25603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200" b="1">
                <a:solidFill>
                  <a:srgbClr val="12A79D"/>
                </a:solidFill>
                <a:latin typeface="NanumSquare"/>
                <a:ea typeface="NanumSquare"/>
                <a:cs typeface="NanumSquare"/>
              </a:rPr>
              <a:t>→</a:t>
            </a:r>
            <a:endParaRPr sz="2200"/>
          </a:p>
        </p:txBody>
      </p:sp>
      <p:sp>
        <p:nvSpPr>
          <p:cNvPr id="24" name="Shape 22">
            <a:extLst xmlns:a="http://schemas.openxmlformats.org/drawingml/2006/main">
              <a:ext uri="{FF2B5EF4-FFF2-40B4-BE49-F238E27FC236}">
                <a16:creationId xmlns:a16="http://schemas.microsoft.com/office/drawing/2014/main" id="{8D6163E5-5336-4674-A243-4A37579F346B}"/>
              </a:ext>
            </a:extLst>
          </p:cNvPr>
          <p:cNvSpPr>
            <a:spLocks xmlns:a="http://schemas.openxmlformats.org/drawingml/2006/main" noGrp="1"/>
          </p:cNvSpPr>
          <p:nvPr/>
        </p:nvSpPr>
        <p:spPr>
          <a:xfrm xmlns:a="http://schemas.openxmlformats.org/drawingml/2006/main">
            <a:off x="9381744" y="2487168"/>
            <a:ext cx="2642616" cy="2286000"/>
          </a:xfrm>
          <a:prstGeom xmlns:a="http://schemas.openxmlformats.org/drawingml/2006/main" prst="roundRect">
            <a:avLst>
              <a:gd name="adj" fmla="val 7200"/>
            </a:avLst>
          </a:prstGeom>
          <a:solidFill xmlns:a="http://schemas.openxmlformats.org/drawingml/2006/main">
            <a:srgbClr val="FFFFFF"/>
          </a:solidFill>
          <a:ln xmlns:a="http://schemas.openxmlformats.org/drawingml/2006/main" w="12700">
            <a:solidFill>
              <a:srgbClr val="D9E5EC"/>
            </a:solidFill>
            <a:prstDash val="solid"/>
          </a:ln>
        </p:spPr>
      </p:sp>
      <p:sp>
        <p:nvSpPr>
          <p:cNvPr id="25" name="Text 23">
            <a:extLst xmlns:a="http://schemas.openxmlformats.org/drawingml/2006/main">
              <a:ext uri="{FF2B5EF4-FFF2-40B4-BE49-F238E27FC236}">
                <a16:creationId xmlns:a16="http://schemas.microsoft.com/office/drawing/2014/main" id="{BF7DC5F9-CBBA-4638-9F57-E6B03A1DECD4}"/>
              </a:ext>
            </a:extLst>
          </p:cNvPr>
          <p:cNvSpPr>
            <a:spLocks xmlns:a="http://schemas.openxmlformats.org/drawingml/2006/main" noGrp="1"/>
          </p:cNvSpPr>
          <p:nvPr/>
        </p:nvSpPr>
        <p:spPr>
          <a:xfrm xmlns:a="http://schemas.openxmlformats.org/drawingml/2006/main">
            <a:off x="9582912" y="2798064"/>
            <a:ext cx="50292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400" b="1">
                <a:solidFill>
                  <a:srgbClr val="12A79D"/>
                </a:solidFill>
                <a:latin typeface="NanumSquare"/>
                <a:ea typeface="NanumSquare"/>
                <a:cs typeface="NanumSquare"/>
              </a:rPr>
              <a:t>04</a:t>
            </a:r>
            <a:endParaRPr sz="2400"/>
          </a:p>
        </p:txBody>
      </p:sp>
      <p:sp>
        <p:nvSpPr>
          <p:cNvPr id="26" name="Text 24">
            <a:extLst xmlns:a="http://schemas.openxmlformats.org/drawingml/2006/main">
              <a:ext uri="{FF2B5EF4-FFF2-40B4-BE49-F238E27FC236}">
                <a16:creationId xmlns:a16="http://schemas.microsoft.com/office/drawing/2014/main" id="{6646E76A-4E57-42F3-A311-5DF4589AC892}"/>
              </a:ext>
            </a:extLst>
          </p:cNvPr>
          <p:cNvSpPr>
            <a:spLocks xmlns:a="http://schemas.openxmlformats.org/drawingml/2006/main" noGrp="1"/>
          </p:cNvSpPr>
          <p:nvPr/>
        </p:nvSpPr>
        <p:spPr>
          <a:xfrm xmlns:a="http://schemas.openxmlformats.org/drawingml/2006/main">
            <a:off x="9582912" y="3374136"/>
            <a:ext cx="2240280" cy="28346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300" b="1">
                <a:solidFill>
                  <a:srgbClr val="5C6D80"/>
                </a:solidFill>
                <a:latin typeface="NanumSquare"/>
                <a:ea typeface="NanumSquare"/>
                <a:cs typeface="NanumSquare"/>
              </a:rPr>
              <a:t>REVIEW</a:t>
            </a:r>
            <a:endParaRPr sz="1300"/>
          </a:p>
        </p:txBody>
      </p:sp>
      <p:sp>
        <p:nvSpPr>
          <p:cNvPr id="27" name="Text 25">
            <a:extLst xmlns:a="http://schemas.openxmlformats.org/drawingml/2006/main">
              <a:ext uri="{FF2B5EF4-FFF2-40B4-BE49-F238E27FC236}">
                <a16:creationId xmlns:a16="http://schemas.microsoft.com/office/drawing/2014/main" id="{430354CC-7822-4D4C-90FE-F421F45C9999}"/>
              </a:ext>
            </a:extLst>
          </p:cNvPr>
          <p:cNvSpPr>
            <a:spLocks xmlns:a="http://schemas.openxmlformats.org/drawingml/2006/main" noGrp="1"/>
          </p:cNvSpPr>
          <p:nvPr/>
        </p:nvSpPr>
        <p:spPr>
          <a:xfrm xmlns:a="http://schemas.openxmlformats.org/drawingml/2006/main">
            <a:off x="9582912" y="3794760"/>
            <a:ext cx="2276856" cy="52120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900" b="1">
                <a:solidFill>
                  <a:srgbClr val="14233E"/>
                </a:solidFill>
                <a:latin typeface="NanumSquare"/>
                <a:ea typeface="NanumSquare"/>
                <a:cs typeface="NanumSquare"/>
              </a:rPr>
              <a:t>의료진 검토용 기록</a:t>
            </a:r>
            <a:endParaRPr sz="1900"/>
          </a:p>
        </p:txBody>
      </p:sp>
      <p:sp>
        <p:nvSpPr>
          <p:cNvPr id="28" name="Shape 26">
            <a:extLst xmlns:a="http://schemas.openxmlformats.org/drawingml/2006/main">
              <a:ext uri="{FF2B5EF4-FFF2-40B4-BE49-F238E27FC236}">
                <a16:creationId xmlns:a16="http://schemas.microsoft.com/office/drawing/2014/main" id="{7A765CAA-05E7-4FAD-B819-4CD0E1F2139A}"/>
              </a:ext>
            </a:extLst>
          </p:cNvPr>
          <p:cNvSpPr>
            <a:spLocks xmlns:a="http://schemas.openxmlformats.org/drawingml/2006/main" noGrp="1"/>
          </p:cNvSpPr>
          <p:nvPr/>
        </p:nvSpPr>
        <p:spPr>
          <a:xfrm xmlns:a="http://schemas.openxmlformats.org/drawingml/2006/main">
            <a:off x="1499616" y="5166360"/>
            <a:ext cx="9198864" cy="640080"/>
          </a:xfrm>
          <a:prstGeom xmlns:a="http://schemas.openxmlformats.org/drawingml/2006/main" prst="roundRect">
            <a:avLst>
              <a:gd name="adj" fmla="val 25714"/>
            </a:avLst>
          </a:prstGeom>
          <a:solidFill xmlns:a="http://schemas.openxmlformats.org/drawingml/2006/main">
            <a:srgbClr val="14233E"/>
          </a:solidFill>
          <a:ln xmlns:a="http://schemas.openxmlformats.org/drawingml/2006/main" w="12700">
            <a:solidFill>
              <a:srgbClr val="14233E"/>
            </a:solidFill>
            <a:prstDash val="solid"/>
          </a:ln>
        </p:spPr>
      </p:sp>
      <p:sp>
        <p:nvSpPr>
          <p:cNvPr id="29" name="Text 27">
            <a:extLst xmlns:a="http://schemas.openxmlformats.org/drawingml/2006/main">
              <a:ext uri="{FF2B5EF4-FFF2-40B4-BE49-F238E27FC236}">
                <a16:creationId xmlns:a16="http://schemas.microsoft.com/office/drawing/2014/main" id="{82F7B3F7-D800-4C7A-8E0F-90D870F0FD85}"/>
              </a:ext>
            </a:extLst>
          </p:cNvPr>
          <p:cNvSpPr>
            <a:spLocks xmlns:a="http://schemas.openxmlformats.org/drawingml/2006/main" noGrp="1"/>
          </p:cNvSpPr>
          <p:nvPr/>
        </p:nvSpPr>
        <p:spPr>
          <a:xfrm xmlns:a="http://schemas.openxmlformats.org/drawingml/2006/main">
            <a:off x="1700784" y="5349240"/>
            <a:ext cx="8823960" cy="2468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600" b="1">
                <a:solidFill>
                  <a:srgbClr val="FFFFFF"/>
                </a:solidFill>
                <a:latin typeface="NanumSquare"/>
                <a:ea typeface="NanumSquare"/>
                <a:cs typeface="NanumSquare"/>
              </a:rPr>
              <a:t>현재는 성인 복통 가상 경로 한 가지를 끝까지 연결했습니다.</a:t>
            </a:r>
            <a:endParaRPr sz="1600"/>
          </a:p>
        </p:txBody>
      </p:sp>
    </p:spTree>
    <p:extLst>
      <p:ext uri="{BB962C8B-B14F-4D97-AF65-F5344CB8AC3E}">
        <p14:creationId xmlns:p14="http://schemas.microsoft.com/office/powerpoint/2010/main" val="1254022852"/>
      </p:ext>
    </p:extLst>
  </p:cSld>
</p:sld>
</file>

<file path=ppt/slides/slide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C8EFBBA-EA3F-4837-9690-1C9DE2BF01D8}"/>
              </a:ext>
            </a:extLst>
          </p:cNvPr>
          <p:cNvSpPr>
            <a:spLocks xmlns:a="http://schemas.openxmlformats.org/drawingml/2006/main" noGrp="1"/>
          </p:cNvSpPr>
          <p:nvPr/>
        </p:nvSpPr>
        <p:spPr>
          <a:xfrm xmlns:a="http://schemas.openxmlformats.org/drawingml/2006/main">
            <a:off x="0" y="0"/>
            <a:ext cx="12191695" cy="96012"/>
          </a:xfrm>
          <a:prstGeom xmlns:a="http://schemas.openxmlformats.org/drawingml/2006/main" prst="rect">
            <a:avLst/>
          </a:prstGeom>
          <a:solidFill xmlns:a="http://schemas.openxmlformats.org/drawingml/2006/main">
            <a:srgbClr val="12A79D"/>
          </a:solidFill>
          <a:ln xmlns:a="http://schemas.openxmlformats.org/drawingml/2006/main" w="12700">
            <a:solidFill>
              <a:srgbClr val="12A79D"/>
            </a:solidFill>
            <a:prstDash val="solid"/>
          </a:ln>
        </p:spPr>
      </p:sp>
      <p:sp>
        <p:nvSpPr>
          <p:cNvPr id="3" name="Text 1">
            <a:extLst xmlns:a="http://schemas.openxmlformats.org/drawingml/2006/main">
              <a:ext uri="{FF2B5EF4-FFF2-40B4-BE49-F238E27FC236}">
                <a16:creationId xmlns:a16="http://schemas.microsoft.com/office/drawing/2014/main" id="{8659A533-18EA-4802-8343-6EA85AD8717F}"/>
              </a:ext>
            </a:extLst>
          </p:cNvPr>
          <p:cNvSpPr>
            <a:spLocks xmlns:a="http://schemas.openxmlformats.org/drawingml/2006/main" noGrp="1"/>
          </p:cNvSpPr>
          <p:nvPr/>
        </p:nvSpPr>
        <p:spPr>
          <a:xfrm xmlns:a="http://schemas.openxmlformats.org/drawingml/2006/main">
            <a:off x="658368" y="301752"/>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b="1" spc="200">
                <a:solidFill>
                  <a:srgbClr val="12A79D"/>
                </a:solidFill>
                <a:latin typeface="NanumSquare"/>
                <a:ea typeface="NanumSquare"/>
                <a:cs typeface="NanumSquare"/>
              </a:rPr>
              <a:t>04  PRODUCT EVIDENCE</a:t>
            </a:r>
            <a:endParaRPr sz="1000"/>
          </a:p>
        </p:txBody>
      </p:sp>
      <p:sp>
        <p:nvSpPr>
          <p:cNvPr id="4" name="Text 2">
            <a:extLst xmlns:a="http://schemas.openxmlformats.org/drawingml/2006/main">
              <a:ext uri="{FF2B5EF4-FFF2-40B4-BE49-F238E27FC236}">
                <a16:creationId xmlns:a16="http://schemas.microsoft.com/office/drawing/2014/main" id="{806CBD7D-08BF-4F1B-953E-AD30DB048C24}"/>
              </a:ext>
            </a:extLst>
          </p:cNvPr>
          <p:cNvSpPr>
            <a:spLocks xmlns:a="http://schemas.openxmlformats.org/drawingml/2006/main" noGrp="1"/>
          </p:cNvSpPr>
          <p:nvPr/>
        </p:nvSpPr>
        <p:spPr>
          <a:xfrm xmlns:a="http://schemas.openxmlformats.org/drawingml/2006/main">
            <a:off x="658368" y="722376"/>
            <a:ext cx="10972800" cy="6126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3000" b="1">
                <a:solidFill>
                  <a:srgbClr val="14233E"/>
                </a:solidFill>
                <a:latin typeface="NanumSquare"/>
                <a:ea typeface="NanumSquare"/>
                <a:cs typeface="NanumSquare"/>
              </a:rPr>
              <a:t>의료진은 병력과 발언 근거를 함께 봅니다</a:t>
            </a:r>
            <a:endParaRPr sz="3000"/>
          </a:p>
        </p:txBody>
      </p:sp>
      <p:sp>
        <p:nvSpPr>
          <p:cNvPr id="5" name="Text 3">
            <a:extLst xmlns:a="http://schemas.openxmlformats.org/drawingml/2006/main">
              <a:ext uri="{FF2B5EF4-FFF2-40B4-BE49-F238E27FC236}">
                <a16:creationId xmlns:a16="http://schemas.microsoft.com/office/drawing/2014/main" id="{BC0E40EE-26E4-4408-90A4-FE0339FFF069}"/>
              </a:ext>
            </a:extLst>
          </p:cNvPr>
          <p:cNvSpPr>
            <a:spLocks xmlns:a="http://schemas.openxmlformats.org/drawingml/2006/main" noGrp="1"/>
          </p:cNvSpPr>
          <p:nvPr/>
        </p:nvSpPr>
        <p:spPr>
          <a:xfrm xmlns:a="http://schemas.openxmlformats.org/drawingml/2006/main">
            <a:off x="685800" y="1389888"/>
            <a:ext cx="1088136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400">
                <a:solidFill>
                  <a:srgbClr val="5C6D80"/>
                </a:solidFill>
                <a:latin typeface="NanumSquare"/>
                <a:ea typeface="NanumSquare"/>
                <a:cs typeface="NanumSquare"/>
              </a:rPr>
              <a:t>가상 증례에서 정정된 내용과 원문 근거가 기록 v14에 연결됩니다.</a:t>
            </a:r>
            <a:endParaRPr sz="1400"/>
          </a:p>
        </p:txBody>
      </p:sp>
      <p:sp>
        <p:nvSpPr>
          <p:cNvPr id="6" name="Shape 4">
            <a:extLst xmlns:a="http://schemas.openxmlformats.org/drawingml/2006/main">
              <a:ext uri="{FF2B5EF4-FFF2-40B4-BE49-F238E27FC236}">
                <a16:creationId xmlns:a16="http://schemas.microsoft.com/office/drawing/2014/main" id="{578994E7-44C5-4F26-A14C-456800DA6D45}"/>
              </a:ext>
            </a:extLst>
          </p:cNvPr>
          <p:cNvSpPr>
            <a:spLocks xmlns:a="http://schemas.openxmlformats.org/drawingml/2006/main" noGrp="1"/>
          </p:cNvSpPr>
          <p:nvPr/>
        </p:nvSpPr>
        <p:spPr>
          <a:xfrm xmlns:a="http://schemas.openxmlformats.org/drawingml/2006/main">
            <a:off x="658368" y="6455664"/>
            <a:ext cx="10863072" cy="0"/>
          </a:xfrm>
          <a:prstGeom xmlns:a="http://schemas.openxmlformats.org/drawingml/2006/main" prst="line">
            <a:avLst/>
          </a:prstGeom>
          <a:noFill xmlns:a="http://schemas.openxmlformats.org/drawingml/2006/main"/>
          <a:ln xmlns:a="http://schemas.openxmlformats.org/drawingml/2006/main" w="12700">
            <a:solidFill>
              <a:srgbClr val="D9E5EC"/>
            </a:solidFill>
            <a:prstDash val="solid"/>
          </a:ln>
        </p:spPr>
      </p:sp>
      <p:sp>
        <p:nvSpPr>
          <p:cNvPr id="7" name="Text 5">
            <a:extLst xmlns:a="http://schemas.openxmlformats.org/drawingml/2006/main">
              <a:ext uri="{FF2B5EF4-FFF2-40B4-BE49-F238E27FC236}">
                <a16:creationId xmlns:a16="http://schemas.microsoft.com/office/drawing/2014/main" id="{DF64E5D0-5529-45E7-959F-B9E1C5ADA99E}"/>
              </a:ext>
            </a:extLst>
          </p:cNvPr>
          <p:cNvSpPr>
            <a:spLocks xmlns:a="http://schemas.openxmlformats.org/drawingml/2006/main" noGrp="1"/>
          </p:cNvSpPr>
          <p:nvPr/>
        </p:nvSpPr>
        <p:spPr>
          <a:xfrm xmlns:a="http://schemas.openxmlformats.org/drawingml/2006/main">
            <a:off x="694944" y="6519672"/>
            <a:ext cx="8229600" cy="17373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900">
                <a:solidFill>
                  <a:srgbClr val="5C6D80"/>
                </a:solidFill>
                <a:latin typeface="NanumSquare"/>
                <a:ea typeface="NanumSquare"/>
                <a:cs typeface="NanumSquare"/>
              </a:rPr>
              <a:t>CAREFRAME  /  CODEX HACKATHON 2026</a:t>
            </a:r>
            <a:endParaRPr sz="900"/>
          </a:p>
        </p:txBody>
      </p:sp>
      <p:sp>
        <p:nvSpPr>
          <p:cNvPr id="8" name="Text 6">
            <a:extLst xmlns:a="http://schemas.openxmlformats.org/drawingml/2006/main">
              <a:ext uri="{FF2B5EF4-FFF2-40B4-BE49-F238E27FC236}">
                <a16:creationId xmlns:a16="http://schemas.microsoft.com/office/drawing/2014/main" id="{9F9DBD30-EB15-4218-9914-45014571BF60}"/>
              </a:ext>
            </a:extLst>
          </p:cNvPr>
          <p:cNvSpPr>
            <a:spLocks xmlns:a="http://schemas.openxmlformats.org/drawingml/2006/main" noGrp="1"/>
          </p:cNvSpPr>
          <p:nvPr/>
        </p:nvSpPr>
        <p:spPr>
          <a:xfrm xmlns:a="http://schemas.openxmlformats.org/drawingml/2006/main">
            <a:off x="10652760" y="6501384"/>
            <a:ext cx="9144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900">
                <a:solidFill>
                  <a:srgbClr val="5C6D80"/>
                </a:solidFill>
                <a:latin typeface="NanumSquare"/>
                <a:ea typeface="NanumSquare"/>
                <a:cs typeface="NanumSquare"/>
              </a:rPr>
              <a:t>04 / 10</a:t>
            </a:r>
            <a:endParaRPr sz="900"/>
          </a:p>
        </p:txBody>
      </p:sp>
      <p:sp>
        <p:nvSpPr>
          <p:cNvPr id="14" name="Shape 12">
            <a:extLst xmlns:a="http://schemas.openxmlformats.org/drawingml/2006/main">
              <a:ext uri="{FF2B5EF4-FFF2-40B4-BE49-F238E27FC236}">
                <a16:creationId xmlns:a16="http://schemas.microsoft.com/office/drawing/2014/main" id="{08A7DF48-E10B-474B-827A-CC84D44A611A}"/>
              </a:ext>
            </a:extLst>
          </p:cNvPr>
          <p:cNvSpPr>
            <a:spLocks xmlns:a="http://schemas.openxmlformats.org/drawingml/2006/main" noGrp="1"/>
          </p:cNvSpPr>
          <p:nvPr/>
        </p:nvSpPr>
        <p:spPr>
          <a:xfrm xmlns:a="http://schemas.openxmlformats.org/drawingml/2006/main">
            <a:off x="6355080" y="2029968"/>
            <a:ext cx="5157216" cy="3364992"/>
          </a:xfrm>
          <a:prstGeom xmlns:a="http://schemas.openxmlformats.org/drawingml/2006/main" prst="roundRect">
            <a:avLst>
              <a:gd name="adj" fmla="val 4891"/>
            </a:avLst>
          </a:prstGeom>
          <a:solidFill xmlns:a="http://schemas.openxmlformats.org/drawingml/2006/main">
            <a:srgbClr val="FFFFFF"/>
          </a:solidFill>
          <a:ln xmlns:a="http://schemas.openxmlformats.org/drawingml/2006/main" w="12700">
            <a:solidFill>
              <a:srgbClr val="D9E5EC"/>
            </a:solidFill>
            <a:prstDash val="solid"/>
          </a:ln>
        </p:spPr>
      </p:sp>
      <p:sp>
        <p:nvSpPr>
          <p:cNvPr id="15" name="Text 13">
            <a:extLst xmlns:a="http://schemas.openxmlformats.org/drawingml/2006/main">
              <a:ext uri="{FF2B5EF4-FFF2-40B4-BE49-F238E27FC236}">
                <a16:creationId xmlns:a16="http://schemas.microsoft.com/office/drawing/2014/main" id="{CBF2C0EE-4796-4630-AFD5-23AE9D501F00}"/>
              </a:ext>
            </a:extLst>
          </p:cNvPr>
          <p:cNvSpPr>
            <a:spLocks xmlns:a="http://schemas.openxmlformats.org/drawingml/2006/main" noGrp="1"/>
          </p:cNvSpPr>
          <p:nvPr/>
        </p:nvSpPr>
        <p:spPr>
          <a:xfrm xmlns:a="http://schemas.openxmlformats.org/drawingml/2006/main">
            <a:off x="6656832" y="2350008"/>
            <a:ext cx="4389120" cy="26517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200" b="1">
                <a:solidFill>
                  <a:srgbClr val="12A79D"/>
                </a:solidFill>
                <a:latin typeface="NanumSquare"/>
                <a:ea typeface="NanumSquare"/>
                <a:cs typeface="NanumSquare"/>
              </a:rPr>
              <a:t>CLINICIAN REVIEW</a:t>
            </a:r>
            <a:endParaRPr sz="1200"/>
          </a:p>
        </p:txBody>
      </p:sp>
      <p:sp>
        <p:nvSpPr>
          <p:cNvPr id="16" name="Text 14">
            <a:extLst xmlns:a="http://schemas.openxmlformats.org/drawingml/2006/main">
              <a:ext uri="{FF2B5EF4-FFF2-40B4-BE49-F238E27FC236}">
                <a16:creationId xmlns:a16="http://schemas.microsoft.com/office/drawing/2014/main" id="{A37694C0-4BEF-4A5A-8F9B-961DACA5C9EA}"/>
              </a:ext>
            </a:extLst>
          </p:cNvPr>
          <p:cNvSpPr>
            <a:spLocks xmlns:a="http://schemas.openxmlformats.org/drawingml/2006/main" noGrp="1"/>
          </p:cNvSpPr>
          <p:nvPr/>
        </p:nvSpPr>
        <p:spPr>
          <a:xfrm xmlns:a="http://schemas.openxmlformats.org/drawingml/2006/main">
            <a:off x="6711696" y="2798064"/>
            <a:ext cx="189280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400">
                <a:solidFill>
                  <a:srgbClr val="5C6D80"/>
                </a:solidFill>
                <a:latin typeface="NanumSquare"/>
                <a:ea typeface="NanumSquare"/>
                <a:cs typeface="NanumSquare"/>
              </a:rPr>
              <a:t>시작 시점</a:t>
            </a:r>
            <a:endParaRPr sz="1400"/>
          </a:p>
        </p:txBody>
      </p:sp>
      <p:sp>
        <p:nvSpPr>
          <p:cNvPr id="17" name="Text 15">
            <a:extLst xmlns:a="http://schemas.openxmlformats.org/drawingml/2006/main">
              <a:ext uri="{FF2B5EF4-FFF2-40B4-BE49-F238E27FC236}">
                <a16:creationId xmlns:a16="http://schemas.microsoft.com/office/drawing/2014/main" id="{F4540142-8815-498B-A15D-63BE0C7B0A43}"/>
              </a:ext>
            </a:extLst>
          </p:cNvPr>
          <p:cNvSpPr>
            <a:spLocks xmlns:a="http://schemas.openxmlformats.org/drawingml/2006/main" noGrp="1"/>
          </p:cNvSpPr>
          <p:nvPr/>
        </p:nvSpPr>
        <p:spPr>
          <a:xfrm xmlns:a="http://schemas.openxmlformats.org/drawingml/2006/main">
            <a:off x="8641080" y="2798064"/>
            <a:ext cx="2523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400" b="1">
                <a:solidFill>
                  <a:srgbClr val="14233E"/>
                </a:solidFill>
                <a:latin typeface="NanumSquare"/>
                <a:ea typeface="NanumSquare"/>
                <a:cs typeface="NanumSquare"/>
              </a:rPr>
              <a:t>3주 전</a:t>
            </a:r>
            <a:endParaRPr sz="1400"/>
          </a:p>
        </p:txBody>
      </p:sp>
      <p:sp>
        <p:nvSpPr>
          <p:cNvPr id="18" name="Shape 16">
            <a:extLst xmlns:a="http://schemas.openxmlformats.org/drawingml/2006/main">
              <a:ext uri="{FF2B5EF4-FFF2-40B4-BE49-F238E27FC236}">
                <a16:creationId xmlns:a16="http://schemas.microsoft.com/office/drawing/2014/main" id="{962F3AB9-1E85-44C3-A158-65D03CB9933A}"/>
              </a:ext>
            </a:extLst>
          </p:cNvPr>
          <p:cNvSpPr>
            <a:spLocks xmlns:a="http://schemas.openxmlformats.org/drawingml/2006/main" noGrp="1"/>
          </p:cNvSpPr>
          <p:nvPr/>
        </p:nvSpPr>
        <p:spPr>
          <a:xfrm xmlns:a="http://schemas.openxmlformats.org/drawingml/2006/main">
            <a:off x="6702552" y="3108960"/>
            <a:ext cx="4361688" cy="0"/>
          </a:xfrm>
          <a:prstGeom xmlns:a="http://schemas.openxmlformats.org/drawingml/2006/main" prst="line">
            <a:avLst/>
          </a:prstGeom>
          <a:noFill xmlns:a="http://schemas.openxmlformats.org/drawingml/2006/main"/>
          <a:ln xmlns:a="http://schemas.openxmlformats.org/drawingml/2006/main" w="7620">
            <a:solidFill>
              <a:srgbClr val="D9E5EC"/>
            </a:solidFill>
            <a:prstDash val="solid"/>
          </a:ln>
        </p:spPr>
      </p:sp>
      <p:sp>
        <p:nvSpPr>
          <p:cNvPr id="19" name="Text 17">
            <a:extLst xmlns:a="http://schemas.openxmlformats.org/drawingml/2006/main">
              <a:ext uri="{FF2B5EF4-FFF2-40B4-BE49-F238E27FC236}">
                <a16:creationId xmlns:a16="http://schemas.microsoft.com/office/drawing/2014/main" id="{A21D64C5-9F14-44DA-904E-0AF2D5415299}"/>
              </a:ext>
            </a:extLst>
          </p:cNvPr>
          <p:cNvSpPr>
            <a:spLocks xmlns:a="http://schemas.openxmlformats.org/drawingml/2006/main" noGrp="1"/>
          </p:cNvSpPr>
          <p:nvPr/>
        </p:nvSpPr>
        <p:spPr>
          <a:xfrm xmlns:a="http://schemas.openxmlformats.org/drawingml/2006/main">
            <a:off x="6711696" y="3218688"/>
            <a:ext cx="189280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400">
                <a:solidFill>
                  <a:srgbClr val="5C6D80"/>
                </a:solidFill>
                <a:latin typeface="NanumSquare"/>
                <a:ea typeface="NanumSquare"/>
                <a:cs typeface="NanumSquare"/>
              </a:rPr>
              <a:t>위치</a:t>
            </a:r>
            <a:endParaRPr sz="1400"/>
          </a:p>
        </p:txBody>
      </p:sp>
      <p:sp>
        <p:nvSpPr>
          <p:cNvPr id="20" name="Text 18">
            <a:extLst xmlns:a="http://schemas.openxmlformats.org/drawingml/2006/main">
              <a:ext uri="{FF2B5EF4-FFF2-40B4-BE49-F238E27FC236}">
                <a16:creationId xmlns:a16="http://schemas.microsoft.com/office/drawing/2014/main" id="{280379AA-B9B1-4F1A-94DA-406A6BFBC45E}"/>
              </a:ext>
            </a:extLst>
          </p:cNvPr>
          <p:cNvSpPr>
            <a:spLocks xmlns:a="http://schemas.openxmlformats.org/drawingml/2006/main" noGrp="1"/>
          </p:cNvSpPr>
          <p:nvPr/>
        </p:nvSpPr>
        <p:spPr>
          <a:xfrm xmlns:a="http://schemas.openxmlformats.org/drawingml/2006/main">
            <a:off x="8641080" y="3218688"/>
            <a:ext cx="2523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400" b="1">
                <a:solidFill>
                  <a:srgbClr val="14233E"/>
                </a:solidFill>
                <a:latin typeface="NanumSquare"/>
                <a:ea typeface="NanumSquare"/>
                <a:cs typeface="NanumSquare"/>
              </a:rPr>
              <a:t>명치</a:t>
            </a:r>
            <a:endParaRPr sz="1400"/>
          </a:p>
        </p:txBody>
      </p:sp>
      <p:sp>
        <p:nvSpPr>
          <p:cNvPr id="21" name="Shape 19">
            <a:extLst xmlns:a="http://schemas.openxmlformats.org/drawingml/2006/main">
              <a:ext uri="{FF2B5EF4-FFF2-40B4-BE49-F238E27FC236}">
                <a16:creationId xmlns:a16="http://schemas.microsoft.com/office/drawing/2014/main" id="{97E0C748-C9BA-43DE-BD9F-6281E12FE04C}"/>
              </a:ext>
            </a:extLst>
          </p:cNvPr>
          <p:cNvSpPr>
            <a:spLocks xmlns:a="http://schemas.openxmlformats.org/drawingml/2006/main" noGrp="1"/>
          </p:cNvSpPr>
          <p:nvPr/>
        </p:nvSpPr>
        <p:spPr>
          <a:xfrm xmlns:a="http://schemas.openxmlformats.org/drawingml/2006/main">
            <a:off x="6702552" y="3529584"/>
            <a:ext cx="4361688" cy="0"/>
          </a:xfrm>
          <a:prstGeom xmlns:a="http://schemas.openxmlformats.org/drawingml/2006/main" prst="line">
            <a:avLst/>
          </a:prstGeom>
          <a:noFill xmlns:a="http://schemas.openxmlformats.org/drawingml/2006/main"/>
          <a:ln xmlns:a="http://schemas.openxmlformats.org/drawingml/2006/main" w="7620">
            <a:solidFill>
              <a:srgbClr val="D9E5EC"/>
            </a:solidFill>
            <a:prstDash val="solid"/>
          </a:ln>
        </p:spPr>
      </p:sp>
      <p:sp>
        <p:nvSpPr>
          <p:cNvPr id="22" name="Text 20">
            <a:extLst xmlns:a="http://schemas.openxmlformats.org/drawingml/2006/main">
              <a:ext uri="{FF2B5EF4-FFF2-40B4-BE49-F238E27FC236}">
                <a16:creationId xmlns:a16="http://schemas.microsoft.com/office/drawing/2014/main" id="{44F216DA-2114-46C3-8D5C-93E53F0343FC}"/>
              </a:ext>
            </a:extLst>
          </p:cNvPr>
          <p:cNvSpPr>
            <a:spLocks xmlns:a="http://schemas.openxmlformats.org/drawingml/2006/main" noGrp="1"/>
          </p:cNvSpPr>
          <p:nvPr/>
        </p:nvSpPr>
        <p:spPr>
          <a:xfrm xmlns:a="http://schemas.openxmlformats.org/drawingml/2006/main">
            <a:off x="6711696" y="3639312"/>
            <a:ext cx="189280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400">
                <a:solidFill>
                  <a:srgbClr val="5C6D80"/>
                </a:solidFill>
                <a:latin typeface="NanumSquare"/>
                <a:ea typeface="NanumSquare"/>
                <a:cs typeface="NanumSquare"/>
              </a:rPr>
              <a:t>증상</a:t>
            </a:r>
            <a:endParaRPr sz="1400"/>
          </a:p>
        </p:txBody>
      </p:sp>
      <p:sp>
        <p:nvSpPr>
          <p:cNvPr id="23" name="Text 21">
            <a:extLst xmlns:a="http://schemas.openxmlformats.org/drawingml/2006/main">
              <a:ext uri="{FF2B5EF4-FFF2-40B4-BE49-F238E27FC236}">
                <a16:creationId xmlns:a16="http://schemas.microsoft.com/office/drawing/2014/main" id="{B63263AF-5D3A-4E2E-9395-702731C7A567}"/>
              </a:ext>
            </a:extLst>
          </p:cNvPr>
          <p:cNvSpPr>
            <a:spLocks xmlns:a="http://schemas.openxmlformats.org/drawingml/2006/main" noGrp="1"/>
          </p:cNvSpPr>
          <p:nvPr/>
        </p:nvSpPr>
        <p:spPr>
          <a:xfrm xmlns:a="http://schemas.openxmlformats.org/drawingml/2006/main">
            <a:off x="8641080" y="3639312"/>
            <a:ext cx="2523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400" b="1">
                <a:solidFill>
                  <a:srgbClr val="14233E"/>
                </a:solidFill>
                <a:latin typeface="NanumSquare"/>
                <a:ea typeface="NanumSquare"/>
                <a:cs typeface="NanumSquare"/>
              </a:rPr>
              <a:t>쓰림</a:t>
            </a:r>
            <a:endParaRPr sz="1400"/>
          </a:p>
        </p:txBody>
      </p:sp>
      <p:sp>
        <p:nvSpPr>
          <p:cNvPr id="24" name="Shape 22">
            <a:extLst xmlns:a="http://schemas.openxmlformats.org/drawingml/2006/main">
              <a:ext uri="{FF2B5EF4-FFF2-40B4-BE49-F238E27FC236}">
                <a16:creationId xmlns:a16="http://schemas.microsoft.com/office/drawing/2014/main" id="{A05861DC-2C7D-4F0E-A760-E1A9EE34F98A}"/>
              </a:ext>
            </a:extLst>
          </p:cNvPr>
          <p:cNvSpPr>
            <a:spLocks xmlns:a="http://schemas.openxmlformats.org/drawingml/2006/main" noGrp="1"/>
          </p:cNvSpPr>
          <p:nvPr/>
        </p:nvSpPr>
        <p:spPr>
          <a:xfrm xmlns:a="http://schemas.openxmlformats.org/drawingml/2006/main">
            <a:off x="6702552" y="3950208"/>
            <a:ext cx="4361688" cy="0"/>
          </a:xfrm>
          <a:prstGeom xmlns:a="http://schemas.openxmlformats.org/drawingml/2006/main" prst="line">
            <a:avLst/>
          </a:prstGeom>
          <a:noFill xmlns:a="http://schemas.openxmlformats.org/drawingml/2006/main"/>
          <a:ln xmlns:a="http://schemas.openxmlformats.org/drawingml/2006/main" w="7620">
            <a:solidFill>
              <a:srgbClr val="D9E5EC"/>
            </a:solidFill>
            <a:prstDash val="solid"/>
          </a:ln>
        </p:spPr>
      </p:sp>
      <p:sp>
        <p:nvSpPr>
          <p:cNvPr id="25" name="Text 23">
            <a:extLst xmlns:a="http://schemas.openxmlformats.org/drawingml/2006/main">
              <a:ext uri="{FF2B5EF4-FFF2-40B4-BE49-F238E27FC236}">
                <a16:creationId xmlns:a16="http://schemas.microsoft.com/office/drawing/2014/main" id="{C5244C08-2EF2-4C03-BEEB-849562AD1428}"/>
              </a:ext>
            </a:extLst>
          </p:cNvPr>
          <p:cNvSpPr>
            <a:spLocks xmlns:a="http://schemas.openxmlformats.org/drawingml/2006/main" noGrp="1"/>
          </p:cNvSpPr>
          <p:nvPr/>
        </p:nvSpPr>
        <p:spPr>
          <a:xfrm xmlns:a="http://schemas.openxmlformats.org/drawingml/2006/main">
            <a:off x="6711696" y="4059936"/>
            <a:ext cx="189280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400">
                <a:solidFill>
                  <a:srgbClr val="5C6D80"/>
                </a:solidFill>
                <a:latin typeface="NanumSquare"/>
                <a:ea typeface="NanumSquare"/>
                <a:cs typeface="NanumSquare"/>
              </a:rPr>
              <a:t>악화 요인</a:t>
            </a:r>
            <a:endParaRPr sz="1400"/>
          </a:p>
        </p:txBody>
      </p:sp>
      <p:sp>
        <p:nvSpPr>
          <p:cNvPr id="26" name="Text 24">
            <a:extLst xmlns:a="http://schemas.openxmlformats.org/drawingml/2006/main">
              <a:ext uri="{FF2B5EF4-FFF2-40B4-BE49-F238E27FC236}">
                <a16:creationId xmlns:a16="http://schemas.microsoft.com/office/drawing/2014/main" id="{58CDCCF5-F5EF-465B-931C-3B94556B6E49}"/>
              </a:ext>
            </a:extLst>
          </p:cNvPr>
          <p:cNvSpPr>
            <a:spLocks xmlns:a="http://schemas.openxmlformats.org/drawingml/2006/main" noGrp="1"/>
          </p:cNvSpPr>
          <p:nvPr/>
        </p:nvSpPr>
        <p:spPr>
          <a:xfrm xmlns:a="http://schemas.openxmlformats.org/drawingml/2006/main">
            <a:off x="8641080" y="4059936"/>
            <a:ext cx="2523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400" b="1">
                <a:solidFill>
                  <a:srgbClr val="14233E"/>
                </a:solidFill>
                <a:latin typeface="NanumSquare"/>
                <a:ea typeface="NanumSquare"/>
                <a:cs typeface="NanumSquare"/>
              </a:rPr>
              <a:t>식사 후</a:t>
            </a:r>
            <a:endParaRPr sz="1400"/>
          </a:p>
        </p:txBody>
      </p:sp>
      <p:sp>
        <p:nvSpPr>
          <p:cNvPr id="27" name="Shape 25">
            <a:extLst xmlns:a="http://schemas.openxmlformats.org/drawingml/2006/main">
              <a:ext uri="{FF2B5EF4-FFF2-40B4-BE49-F238E27FC236}">
                <a16:creationId xmlns:a16="http://schemas.microsoft.com/office/drawing/2014/main" id="{1BC27D40-863E-47F3-9E0F-3F14FF0A3474}"/>
              </a:ext>
            </a:extLst>
          </p:cNvPr>
          <p:cNvSpPr>
            <a:spLocks xmlns:a="http://schemas.openxmlformats.org/drawingml/2006/main" noGrp="1"/>
          </p:cNvSpPr>
          <p:nvPr/>
        </p:nvSpPr>
        <p:spPr>
          <a:xfrm xmlns:a="http://schemas.openxmlformats.org/drawingml/2006/main">
            <a:off x="6702552" y="4370832"/>
            <a:ext cx="4361688" cy="0"/>
          </a:xfrm>
          <a:prstGeom xmlns:a="http://schemas.openxmlformats.org/drawingml/2006/main" prst="line">
            <a:avLst/>
          </a:prstGeom>
          <a:noFill xmlns:a="http://schemas.openxmlformats.org/drawingml/2006/main"/>
          <a:ln xmlns:a="http://schemas.openxmlformats.org/drawingml/2006/main" w="7620">
            <a:solidFill>
              <a:srgbClr val="D9E5EC"/>
            </a:solidFill>
            <a:prstDash val="solid"/>
          </a:ln>
        </p:spPr>
      </p:sp>
      <p:sp>
        <p:nvSpPr>
          <p:cNvPr id="28" name="Text 26">
            <a:extLst xmlns:a="http://schemas.openxmlformats.org/drawingml/2006/main">
              <a:ext uri="{FF2B5EF4-FFF2-40B4-BE49-F238E27FC236}">
                <a16:creationId xmlns:a16="http://schemas.microsoft.com/office/drawing/2014/main" id="{A80B329B-1E41-40BA-9B67-771A2DFC1F6D}"/>
              </a:ext>
            </a:extLst>
          </p:cNvPr>
          <p:cNvSpPr>
            <a:spLocks xmlns:a="http://schemas.openxmlformats.org/drawingml/2006/main" noGrp="1"/>
          </p:cNvSpPr>
          <p:nvPr/>
        </p:nvSpPr>
        <p:spPr>
          <a:xfrm xmlns:a="http://schemas.openxmlformats.org/drawingml/2006/main">
            <a:off x="6711696" y="4480560"/>
            <a:ext cx="189280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400">
                <a:solidFill>
                  <a:srgbClr val="5C6D80"/>
                </a:solidFill>
                <a:latin typeface="NanumSquare"/>
                <a:ea typeface="NanumSquare"/>
                <a:cs typeface="NanumSquare"/>
              </a:rPr>
              <a:t>통증 · 지속시간</a:t>
            </a:r>
            <a:endParaRPr sz="1400"/>
          </a:p>
        </p:txBody>
      </p:sp>
      <p:sp>
        <p:nvSpPr>
          <p:cNvPr id="29" name="Text 27">
            <a:extLst xmlns:a="http://schemas.openxmlformats.org/drawingml/2006/main">
              <a:ext uri="{FF2B5EF4-FFF2-40B4-BE49-F238E27FC236}">
                <a16:creationId xmlns:a16="http://schemas.microsoft.com/office/drawing/2014/main" id="{2E213EC0-CCA3-4479-849D-C6ADA930A195}"/>
              </a:ext>
            </a:extLst>
          </p:cNvPr>
          <p:cNvSpPr>
            <a:spLocks xmlns:a="http://schemas.openxmlformats.org/drawingml/2006/main" noGrp="1"/>
          </p:cNvSpPr>
          <p:nvPr/>
        </p:nvSpPr>
        <p:spPr>
          <a:xfrm xmlns:a="http://schemas.openxmlformats.org/drawingml/2006/main">
            <a:off x="8641080" y="4480560"/>
            <a:ext cx="2523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400" b="1">
                <a:solidFill>
                  <a:srgbClr val="14233E"/>
                </a:solidFill>
                <a:latin typeface="NanumSquare"/>
                <a:ea typeface="NanumSquare"/>
                <a:cs typeface="NanumSquare"/>
              </a:rPr>
              <a:t>3/10 · 10분</a:t>
            </a:r>
            <a:endParaRPr sz="1400"/>
          </a:p>
        </p:txBody>
      </p:sp>
      <p:sp>
        <p:nvSpPr>
          <p:cNvPr id="30" name="Text 28">
            <a:extLst xmlns:a="http://schemas.openxmlformats.org/drawingml/2006/main">
              <a:ext uri="{FF2B5EF4-FFF2-40B4-BE49-F238E27FC236}">
                <a16:creationId xmlns:a16="http://schemas.microsoft.com/office/drawing/2014/main" id="{8E84E7BF-E1DF-4B81-90DB-23B8D0601B94}"/>
              </a:ext>
            </a:extLst>
          </p:cNvPr>
          <p:cNvSpPr>
            <a:spLocks xmlns:a="http://schemas.openxmlformats.org/drawingml/2006/main" noGrp="1"/>
          </p:cNvSpPr>
          <p:nvPr/>
        </p:nvSpPr>
        <p:spPr>
          <a:xfrm xmlns:a="http://schemas.openxmlformats.org/drawingml/2006/main">
            <a:off x="713232" y="5724144"/>
            <a:ext cx="10789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300" i="1">
                <a:solidFill>
                  <a:srgbClr val="C85D51"/>
                </a:solidFill>
                <a:latin typeface="NanumSquare"/>
                <a:ea typeface="NanumSquare"/>
                <a:cs typeface="NanumSquare"/>
              </a:rPr>
              <a:t>실제 웹 화면 · 가상 증례 · 의료진 검토 완료 (데모)</a:t>
            </a:r>
            <a:endParaRPr sz="1300"/>
          </a:p>
        </p:txBody>
      </p:sp>
      <p:pic>
        <p:nvPicPr>
          <p:cNvPr id="31" name="">
            <a:extLst xmlns:a="http://schemas.openxmlformats.org/drawingml/2006/main">
              <a:ext uri="{FF2B5EF4-FFF2-40B4-BE49-F238E27FC236}">
                <a16:creationId xmlns:a16="http://schemas.microsoft.com/office/drawing/2014/main" id="{69289FD6-7322-45FA-8A80-FCB69C3CBE08}"/>
              </a:ext>
            </a:extLst>
          </p:cNvPr>
          <p:cNvPicPr>
            <a:picLocks xmlns:a="http://schemas.openxmlformats.org/drawingml/2006/main" noChangeAspect="1"/>
          </p:cNvPicPr>
          <p:nvPr/>
        </p:nvPicPr>
        <p:blipFill>
          <a:blip xmlns:r="http://schemas.openxmlformats.org/officeDocument/2006/relationships" xmlns:a="http://schemas.openxmlformats.org/drawingml/2006/main" r:embed="R1780cb6870914e96"/>
          <a:srcRect xmlns:a="http://schemas.openxmlformats.org/drawingml/2006/main" l="4000" t="0" r="4000" b="0"/>
          <a:stretch xmlns:a="http://schemas.openxmlformats.org/drawingml/2006/main"/>
        </p:blipFill>
        <p:spPr>
          <a:xfrm xmlns:a="http://schemas.openxmlformats.org/drawingml/2006/main">
            <a:off x="658368" y="2029968"/>
            <a:ext cx="5413248" cy="3364992"/>
          </a:xfrm>
          <a:prstGeom xmlns:a="http://schemas.openxmlformats.org/drawingml/2006/main" prst="roundRect">
            <a:avLst>
              <a:gd name="adj" fmla="val 3397"/>
            </a:avLst>
          </a:prstGeom>
        </p:spPr>
      </p:pic>
    </p:spTree>
    <p:extLst>
      <p:ext uri="{BB962C8B-B14F-4D97-AF65-F5344CB8AC3E}">
        <p14:creationId xmlns:p14="http://schemas.microsoft.com/office/powerpoint/2010/main" val="1592328102"/>
      </p:ext>
    </p:extLst>
  </p:cSld>
</p:sld>
</file>

<file path=ppt/slides/slide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EF14D36-9ED1-4899-B737-387647F5E735}"/>
              </a:ext>
            </a:extLst>
          </p:cNvPr>
          <p:cNvSpPr>
            <a:spLocks xmlns:a="http://schemas.openxmlformats.org/drawingml/2006/main" noGrp="1"/>
          </p:cNvSpPr>
          <p:nvPr/>
        </p:nvSpPr>
        <p:spPr>
          <a:xfrm xmlns:a="http://schemas.openxmlformats.org/drawingml/2006/main">
            <a:off x="0" y="0"/>
            <a:ext cx="12191695" cy="96012"/>
          </a:xfrm>
          <a:prstGeom xmlns:a="http://schemas.openxmlformats.org/drawingml/2006/main" prst="rect">
            <a:avLst/>
          </a:prstGeom>
          <a:solidFill xmlns:a="http://schemas.openxmlformats.org/drawingml/2006/main">
            <a:srgbClr val="12A79D"/>
          </a:solidFill>
          <a:ln xmlns:a="http://schemas.openxmlformats.org/drawingml/2006/main" w="12700">
            <a:solidFill>
              <a:srgbClr val="12A79D"/>
            </a:solidFill>
            <a:prstDash val="solid"/>
          </a:ln>
        </p:spPr>
      </p:sp>
      <p:sp>
        <p:nvSpPr>
          <p:cNvPr id="3" name="Text 1">
            <a:extLst xmlns:a="http://schemas.openxmlformats.org/drawingml/2006/main">
              <a:ext uri="{FF2B5EF4-FFF2-40B4-BE49-F238E27FC236}">
                <a16:creationId xmlns:a16="http://schemas.microsoft.com/office/drawing/2014/main" id="{F7C7A703-44F9-4F7C-9C7D-0CBA0D11A30F}"/>
              </a:ext>
            </a:extLst>
          </p:cNvPr>
          <p:cNvSpPr>
            <a:spLocks xmlns:a="http://schemas.openxmlformats.org/drawingml/2006/main" noGrp="1"/>
          </p:cNvSpPr>
          <p:nvPr/>
        </p:nvSpPr>
        <p:spPr>
          <a:xfrm xmlns:a="http://schemas.openxmlformats.org/drawingml/2006/main">
            <a:off x="658368" y="301752"/>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b="1" spc="200">
                <a:solidFill>
                  <a:srgbClr val="12A79D"/>
                </a:solidFill>
                <a:latin typeface="NanumSquare"/>
                <a:ea typeface="NanumSquare"/>
                <a:cs typeface="NanumSquare"/>
              </a:rPr>
              <a:t>05  INFO STATUS</a:t>
            </a:r>
            <a:endParaRPr sz="1000"/>
          </a:p>
        </p:txBody>
      </p:sp>
      <p:sp>
        <p:nvSpPr>
          <p:cNvPr id="4" name="Text 2">
            <a:extLst xmlns:a="http://schemas.openxmlformats.org/drawingml/2006/main">
              <a:ext uri="{FF2B5EF4-FFF2-40B4-BE49-F238E27FC236}">
                <a16:creationId xmlns:a16="http://schemas.microsoft.com/office/drawing/2014/main" id="{E7EF14B3-AAC9-48D7-B2DC-6E197D0EC4EB}"/>
              </a:ext>
            </a:extLst>
          </p:cNvPr>
          <p:cNvSpPr>
            <a:spLocks xmlns:a="http://schemas.openxmlformats.org/drawingml/2006/main" noGrp="1"/>
          </p:cNvSpPr>
          <p:nvPr/>
        </p:nvSpPr>
        <p:spPr>
          <a:xfrm xmlns:a="http://schemas.openxmlformats.org/drawingml/2006/main">
            <a:off x="658368" y="722376"/>
            <a:ext cx="10972800" cy="6126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3000" b="1">
                <a:solidFill>
                  <a:srgbClr val="14233E"/>
                </a:solidFill>
                <a:latin typeface="NanumSquare"/>
                <a:ea typeface="NanumSquare"/>
                <a:cs typeface="NanumSquare"/>
              </a:rPr>
              <a:t>모름은 없음과 다르게 기록합니다</a:t>
            </a:r>
            <a:endParaRPr sz="3000"/>
          </a:p>
        </p:txBody>
      </p:sp>
      <p:sp>
        <p:nvSpPr>
          <p:cNvPr id="5" name="Text 3">
            <a:extLst xmlns:a="http://schemas.openxmlformats.org/drawingml/2006/main">
              <a:ext uri="{FF2B5EF4-FFF2-40B4-BE49-F238E27FC236}">
                <a16:creationId xmlns:a16="http://schemas.microsoft.com/office/drawing/2014/main" id="{2E5EB5A1-B346-403C-8BDB-0A93D9FBADFD}"/>
              </a:ext>
            </a:extLst>
          </p:cNvPr>
          <p:cNvSpPr>
            <a:spLocks xmlns:a="http://schemas.openxmlformats.org/drawingml/2006/main" noGrp="1"/>
          </p:cNvSpPr>
          <p:nvPr/>
        </p:nvSpPr>
        <p:spPr>
          <a:xfrm xmlns:a="http://schemas.openxmlformats.org/drawingml/2006/main">
            <a:off x="685800" y="1389888"/>
            <a:ext cx="1088136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400">
                <a:solidFill>
                  <a:srgbClr val="5C6D80"/>
                </a:solidFill>
                <a:latin typeface="NanumSquare"/>
                <a:ea typeface="NanumSquare"/>
                <a:cs typeface="NanumSquare"/>
              </a:rPr>
              <a:t>답변 상태와 근거를 함께 남겨, 말하지 않은 사실을 채워 넣지 않습니다.</a:t>
            </a:r>
            <a:endParaRPr sz="1400"/>
          </a:p>
        </p:txBody>
      </p:sp>
      <p:sp>
        <p:nvSpPr>
          <p:cNvPr id="6" name="Shape 4">
            <a:extLst xmlns:a="http://schemas.openxmlformats.org/drawingml/2006/main">
              <a:ext uri="{FF2B5EF4-FFF2-40B4-BE49-F238E27FC236}">
                <a16:creationId xmlns:a16="http://schemas.microsoft.com/office/drawing/2014/main" id="{423C3460-7EF8-48E4-8DEA-2D243E54C421}"/>
              </a:ext>
            </a:extLst>
          </p:cNvPr>
          <p:cNvSpPr>
            <a:spLocks xmlns:a="http://schemas.openxmlformats.org/drawingml/2006/main" noGrp="1"/>
          </p:cNvSpPr>
          <p:nvPr/>
        </p:nvSpPr>
        <p:spPr>
          <a:xfrm xmlns:a="http://schemas.openxmlformats.org/drawingml/2006/main">
            <a:off x="658368" y="6455664"/>
            <a:ext cx="10863072" cy="0"/>
          </a:xfrm>
          <a:prstGeom xmlns:a="http://schemas.openxmlformats.org/drawingml/2006/main" prst="line">
            <a:avLst/>
          </a:prstGeom>
          <a:noFill xmlns:a="http://schemas.openxmlformats.org/drawingml/2006/main"/>
          <a:ln xmlns:a="http://schemas.openxmlformats.org/drawingml/2006/main" w="12700">
            <a:solidFill>
              <a:srgbClr val="D9E5EC"/>
            </a:solidFill>
            <a:prstDash val="solid"/>
          </a:ln>
        </p:spPr>
      </p:sp>
      <p:sp>
        <p:nvSpPr>
          <p:cNvPr id="7" name="Text 5">
            <a:extLst xmlns:a="http://schemas.openxmlformats.org/drawingml/2006/main">
              <a:ext uri="{FF2B5EF4-FFF2-40B4-BE49-F238E27FC236}">
                <a16:creationId xmlns:a16="http://schemas.microsoft.com/office/drawing/2014/main" id="{2C1590C5-50CA-418C-BD4D-F0912433096F}"/>
              </a:ext>
            </a:extLst>
          </p:cNvPr>
          <p:cNvSpPr>
            <a:spLocks xmlns:a="http://schemas.openxmlformats.org/drawingml/2006/main" noGrp="1"/>
          </p:cNvSpPr>
          <p:nvPr/>
        </p:nvSpPr>
        <p:spPr>
          <a:xfrm xmlns:a="http://schemas.openxmlformats.org/drawingml/2006/main">
            <a:off x="694944" y="6519672"/>
            <a:ext cx="8229600" cy="17373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900">
                <a:solidFill>
                  <a:srgbClr val="5C6D80"/>
                </a:solidFill>
                <a:latin typeface="NanumSquare"/>
                <a:ea typeface="NanumSquare"/>
                <a:cs typeface="NanumSquare"/>
              </a:rPr>
              <a:t>CAREFRAME  /  CODEX HACKATHON 2026</a:t>
            </a:r>
            <a:endParaRPr sz="900"/>
          </a:p>
        </p:txBody>
      </p:sp>
      <p:sp>
        <p:nvSpPr>
          <p:cNvPr id="8" name="Text 6">
            <a:extLst xmlns:a="http://schemas.openxmlformats.org/drawingml/2006/main">
              <a:ext uri="{FF2B5EF4-FFF2-40B4-BE49-F238E27FC236}">
                <a16:creationId xmlns:a16="http://schemas.microsoft.com/office/drawing/2014/main" id="{7788D0E7-5FB5-448F-BF01-EBDF6FA376AF}"/>
              </a:ext>
            </a:extLst>
          </p:cNvPr>
          <p:cNvSpPr>
            <a:spLocks xmlns:a="http://schemas.openxmlformats.org/drawingml/2006/main" noGrp="1"/>
          </p:cNvSpPr>
          <p:nvPr/>
        </p:nvSpPr>
        <p:spPr>
          <a:xfrm xmlns:a="http://schemas.openxmlformats.org/drawingml/2006/main">
            <a:off x="10652760" y="6501384"/>
            <a:ext cx="9144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900">
                <a:solidFill>
                  <a:srgbClr val="5C6D80"/>
                </a:solidFill>
                <a:latin typeface="NanumSquare"/>
                <a:ea typeface="NanumSquare"/>
                <a:cs typeface="NanumSquare"/>
              </a:rPr>
              <a:t>05 / 10</a:t>
            </a:r>
            <a:endParaRPr sz="900"/>
          </a:p>
        </p:txBody>
      </p:sp>
      <p:sp>
        <p:nvSpPr>
          <p:cNvPr id="9" name="Shape 7">
            <a:extLst xmlns:a="http://schemas.openxmlformats.org/drawingml/2006/main">
              <a:ext uri="{FF2B5EF4-FFF2-40B4-BE49-F238E27FC236}">
                <a16:creationId xmlns:a16="http://schemas.microsoft.com/office/drawing/2014/main" id="{33B70412-31C5-4B6A-B653-DBACFB5C6171}"/>
              </a:ext>
            </a:extLst>
          </p:cNvPr>
          <p:cNvSpPr>
            <a:spLocks xmlns:a="http://schemas.openxmlformats.org/drawingml/2006/main" noGrp="1"/>
          </p:cNvSpPr>
          <p:nvPr/>
        </p:nvSpPr>
        <p:spPr>
          <a:xfrm xmlns:a="http://schemas.openxmlformats.org/drawingml/2006/main">
            <a:off x="685800" y="2139696"/>
            <a:ext cx="3557016" cy="3063240"/>
          </a:xfrm>
          <a:prstGeom xmlns:a="http://schemas.openxmlformats.org/drawingml/2006/main" prst="roundRect">
            <a:avLst>
              <a:gd name="adj" fmla="val 5373"/>
            </a:avLst>
          </a:prstGeom>
          <a:solidFill xmlns:a="http://schemas.openxmlformats.org/drawingml/2006/main">
            <a:srgbClr val="FFFFFF"/>
          </a:solidFill>
          <a:ln xmlns:a="http://schemas.openxmlformats.org/drawingml/2006/main" w="12700">
            <a:solidFill>
              <a:srgbClr val="D9E5EC"/>
            </a:solidFill>
            <a:prstDash val="solid"/>
          </a:ln>
        </p:spPr>
      </p:sp>
      <p:sp>
        <p:nvSpPr>
          <p:cNvPr id="10" name="Text 8">
            <a:extLst xmlns:a="http://schemas.openxmlformats.org/drawingml/2006/main">
              <a:ext uri="{FF2B5EF4-FFF2-40B4-BE49-F238E27FC236}">
                <a16:creationId xmlns:a16="http://schemas.microsoft.com/office/drawing/2014/main" id="{53430560-11D3-434B-8EE6-086561119417}"/>
              </a:ext>
            </a:extLst>
          </p:cNvPr>
          <p:cNvSpPr>
            <a:spLocks xmlns:a="http://schemas.openxmlformats.org/drawingml/2006/main" noGrp="1"/>
          </p:cNvSpPr>
          <p:nvPr/>
        </p:nvSpPr>
        <p:spPr>
          <a:xfrm xmlns:a="http://schemas.openxmlformats.org/drawingml/2006/main">
            <a:off x="923544" y="2432304"/>
            <a:ext cx="621792"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400" b="1">
                <a:solidFill>
                  <a:srgbClr val="12A79D"/>
                </a:solidFill>
                <a:latin typeface="NanumSquare"/>
                <a:ea typeface="NanumSquare"/>
                <a:cs typeface="NanumSquare"/>
              </a:rPr>
              <a:t>01</a:t>
            </a:r>
            <a:endParaRPr sz="2400"/>
          </a:p>
        </p:txBody>
      </p:sp>
      <p:sp>
        <p:nvSpPr>
          <p:cNvPr id="11" name="Text 9">
            <a:extLst xmlns:a="http://schemas.openxmlformats.org/drawingml/2006/main">
              <a:ext uri="{FF2B5EF4-FFF2-40B4-BE49-F238E27FC236}">
                <a16:creationId xmlns:a16="http://schemas.microsoft.com/office/drawing/2014/main" id="{509700AA-76D6-43C7-B2A9-0ECF6C750441}"/>
              </a:ext>
            </a:extLst>
          </p:cNvPr>
          <p:cNvSpPr>
            <a:spLocks xmlns:a="http://schemas.openxmlformats.org/drawingml/2006/main" noGrp="1"/>
          </p:cNvSpPr>
          <p:nvPr/>
        </p:nvSpPr>
        <p:spPr>
          <a:xfrm xmlns:a="http://schemas.openxmlformats.org/drawingml/2006/main">
            <a:off x="932688" y="3090672"/>
            <a:ext cx="308152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900" b="1">
                <a:solidFill>
                  <a:srgbClr val="14233E"/>
                </a:solidFill>
                <a:latin typeface="NanumSquare"/>
                <a:ea typeface="NanumSquare"/>
                <a:cs typeface="NanumSquare"/>
              </a:rPr>
              <a:t>있다고 답함</a:t>
            </a:r>
            <a:endParaRPr sz="1900"/>
          </a:p>
        </p:txBody>
      </p:sp>
      <p:sp>
        <p:nvSpPr>
          <p:cNvPr id="12" name="Text 10">
            <a:extLst xmlns:a="http://schemas.openxmlformats.org/drawingml/2006/main">
              <a:ext uri="{FF2B5EF4-FFF2-40B4-BE49-F238E27FC236}">
                <a16:creationId xmlns:a16="http://schemas.microsoft.com/office/drawing/2014/main" id="{8E81771F-BD8A-4207-93BA-3D5895BDAD5C}"/>
              </a:ext>
            </a:extLst>
          </p:cNvPr>
          <p:cNvSpPr>
            <a:spLocks xmlns:a="http://schemas.openxmlformats.org/drawingml/2006/main" noGrp="1"/>
          </p:cNvSpPr>
          <p:nvPr/>
        </p:nvSpPr>
        <p:spPr>
          <a:xfrm xmlns:a="http://schemas.openxmlformats.org/drawingml/2006/main">
            <a:off x="932688" y="3822192"/>
            <a:ext cx="3099816" cy="8961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400">
                <a:solidFill>
                  <a:srgbClr val="5C6D80"/>
                </a:solidFill>
                <a:latin typeface="NanumSquare"/>
                <a:ea typeface="NanumSquare"/>
                <a:cs typeface="NanumSquare"/>
              </a:rPr>
              <a:t>발언과 근거를 연결해</a:t>
            </a:r>
            <a:endParaRPr sz="1400"/>
          </a:p>
          <a:p xmlns:a="http://schemas.openxmlformats.org/drawingml/2006/main">
            <a:pPr marL="0" indent="0">
              <a:buNone/>
            </a:pPr>
            <a:r>
              <a:rPr sz="1400">
                <a:solidFill>
                  <a:srgbClr val="5C6D80"/>
                </a:solidFill>
                <a:latin typeface="NanumSquare"/>
                <a:ea typeface="NanumSquare"/>
                <a:cs typeface="NanumSquare"/>
              </a:rPr>
              <a:t>확인된 사실로 기록</a:t>
            </a:r>
          </a:p>
        </p:txBody>
      </p:sp>
      <p:sp>
        <p:nvSpPr>
          <p:cNvPr id="13" name="Shape 11">
            <a:extLst xmlns:a="http://schemas.openxmlformats.org/drawingml/2006/main">
              <a:ext uri="{FF2B5EF4-FFF2-40B4-BE49-F238E27FC236}">
                <a16:creationId xmlns:a16="http://schemas.microsoft.com/office/drawing/2014/main" id="{A2D2F029-F3EF-4D76-9A62-9F26FB0EF1A8}"/>
              </a:ext>
            </a:extLst>
          </p:cNvPr>
          <p:cNvSpPr>
            <a:spLocks xmlns:a="http://schemas.openxmlformats.org/drawingml/2006/main" noGrp="1"/>
          </p:cNvSpPr>
          <p:nvPr/>
        </p:nvSpPr>
        <p:spPr>
          <a:xfrm xmlns:a="http://schemas.openxmlformats.org/drawingml/2006/main">
            <a:off x="4489704" y="2139696"/>
            <a:ext cx="3557016" cy="3063240"/>
          </a:xfrm>
          <a:prstGeom xmlns:a="http://schemas.openxmlformats.org/drawingml/2006/main" prst="roundRect">
            <a:avLst>
              <a:gd name="adj" fmla="val 5373"/>
            </a:avLst>
          </a:prstGeom>
          <a:solidFill xmlns:a="http://schemas.openxmlformats.org/drawingml/2006/main">
            <a:srgbClr val="FFFFFF"/>
          </a:solidFill>
          <a:ln xmlns:a="http://schemas.openxmlformats.org/drawingml/2006/main" w="12700">
            <a:solidFill>
              <a:srgbClr val="D9E5EC"/>
            </a:solidFill>
            <a:prstDash val="solid"/>
          </a:ln>
        </p:spPr>
      </p:sp>
      <p:sp>
        <p:nvSpPr>
          <p:cNvPr id="14" name="Text 12">
            <a:extLst xmlns:a="http://schemas.openxmlformats.org/drawingml/2006/main">
              <a:ext uri="{FF2B5EF4-FFF2-40B4-BE49-F238E27FC236}">
                <a16:creationId xmlns:a16="http://schemas.microsoft.com/office/drawing/2014/main" id="{029EF399-2CDA-429B-B209-68942C10BD69}"/>
              </a:ext>
            </a:extLst>
          </p:cNvPr>
          <p:cNvSpPr>
            <a:spLocks xmlns:a="http://schemas.openxmlformats.org/drawingml/2006/main" noGrp="1"/>
          </p:cNvSpPr>
          <p:nvPr/>
        </p:nvSpPr>
        <p:spPr>
          <a:xfrm xmlns:a="http://schemas.openxmlformats.org/drawingml/2006/main">
            <a:off x="4727448" y="2432304"/>
            <a:ext cx="621792"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400" b="1">
                <a:solidFill>
                  <a:srgbClr val="12A79D"/>
                </a:solidFill>
                <a:latin typeface="NanumSquare"/>
                <a:ea typeface="NanumSquare"/>
                <a:cs typeface="NanumSquare"/>
              </a:rPr>
              <a:t>02</a:t>
            </a:r>
            <a:endParaRPr sz="2400"/>
          </a:p>
        </p:txBody>
      </p:sp>
      <p:sp>
        <p:nvSpPr>
          <p:cNvPr id="15" name="Text 13">
            <a:extLst xmlns:a="http://schemas.openxmlformats.org/drawingml/2006/main">
              <a:ext uri="{FF2B5EF4-FFF2-40B4-BE49-F238E27FC236}">
                <a16:creationId xmlns:a16="http://schemas.microsoft.com/office/drawing/2014/main" id="{00466CEB-C222-44C3-885D-A4AF6C2C01ED}"/>
              </a:ext>
            </a:extLst>
          </p:cNvPr>
          <p:cNvSpPr>
            <a:spLocks xmlns:a="http://schemas.openxmlformats.org/drawingml/2006/main" noGrp="1"/>
          </p:cNvSpPr>
          <p:nvPr/>
        </p:nvSpPr>
        <p:spPr>
          <a:xfrm xmlns:a="http://schemas.openxmlformats.org/drawingml/2006/main">
            <a:off x="4736592" y="3090672"/>
            <a:ext cx="308152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900" b="1">
                <a:solidFill>
                  <a:srgbClr val="14233E"/>
                </a:solidFill>
                <a:latin typeface="NanumSquare"/>
                <a:ea typeface="NanumSquare"/>
                <a:cs typeface="NanumSquare"/>
              </a:rPr>
              <a:t>없다고 답함</a:t>
            </a:r>
            <a:endParaRPr sz="1900"/>
          </a:p>
        </p:txBody>
      </p:sp>
      <p:sp>
        <p:nvSpPr>
          <p:cNvPr id="16" name="Text 14">
            <a:extLst xmlns:a="http://schemas.openxmlformats.org/drawingml/2006/main">
              <a:ext uri="{FF2B5EF4-FFF2-40B4-BE49-F238E27FC236}">
                <a16:creationId xmlns:a16="http://schemas.microsoft.com/office/drawing/2014/main" id="{DD00570C-C4B1-4972-B7FF-AF08C59AC1B6}"/>
              </a:ext>
            </a:extLst>
          </p:cNvPr>
          <p:cNvSpPr>
            <a:spLocks xmlns:a="http://schemas.openxmlformats.org/drawingml/2006/main" noGrp="1"/>
          </p:cNvSpPr>
          <p:nvPr/>
        </p:nvSpPr>
        <p:spPr>
          <a:xfrm xmlns:a="http://schemas.openxmlformats.org/drawingml/2006/main">
            <a:off x="4736592" y="3822192"/>
            <a:ext cx="3099816" cy="8961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400">
                <a:solidFill>
                  <a:srgbClr val="5C6D80"/>
                </a:solidFill>
                <a:latin typeface="NanumSquare"/>
                <a:ea typeface="NanumSquare"/>
                <a:cs typeface="NanumSquare"/>
              </a:rPr>
              <a:t>“구토는 없어요.”를</a:t>
            </a:r>
            <a:endParaRPr sz="1400"/>
          </a:p>
          <a:p xmlns:a="http://schemas.openxmlformats.org/drawingml/2006/main">
            <a:pPr marL="0" indent="0">
              <a:buNone/>
            </a:pPr>
            <a:r>
              <a:rPr sz="1400">
                <a:solidFill>
                  <a:srgbClr val="5C6D80"/>
                </a:solidFill>
                <a:latin typeface="NanumSquare"/>
                <a:ea typeface="NanumSquare"/>
                <a:cs typeface="NanumSquare"/>
              </a:rPr>
              <a:t>부정 응답으로 기록</a:t>
            </a:r>
          </a:p>
        </p:txBody>
      </p:sp>
      <p:sp>
        <p:nvSpPr>
          <p:cNvPr id="17" name="Shape 15">
            <a:extLst xmlns:a="http://schemas.openxmlformats.org/drawingml/2006/main">
              <a:ext uri="{FF2B5EF4-FFF2-40B4-BE49-F238E27FC236}">
                <a16:creationId xmlns:a16="http://schemas.microsoft.com/office/drawing/2014/main" id="{87B6DABE-9E5A-41F4-B9E9-A4455017EC7A}"/>
              </a:ext>
            </a:extLst>
          </p:cNvPr>
          <p:cNvSpPr>
            <a:spLocks xmlns:a="http://schemas.openxmlformats.org/drawingml/2006/main" noGrp="1"/>
          </p:cNvSpPr>
          <p:nvPr/>
        </p:nvSpPr>
        <p:spPr>
          <a:xfrm xmlns:a="http://schemas.openxmlformats.org/drawingml/2006/main">
            <a:off x="8293608" y="2139696"/>
            <a:ext cx="3557016" cy="3063240"/>
          </a:xfrm>
          <a:prstGeom xmlns:a="http://schemas.openxmlformats.org/drawingml/2006/main" prst="roundRect">
            <a:avLst>
              <a:gd name="adj" fmla="val 5373"/>
            </a:avLst>
          </a:prstGeom>
          <a:solidFill xmlns:a="http://schemas.openxmlformats.org/drawingml/2006/main">
            <a:srgbClr val="E6F7F3"/>
          </a:solidFill>
          <a:ln xmlns:a="http://schemas.openxmlformats.org/drawingml/2006/main" w="12700">
            <a:solidFill>
              <a:srgbClr val="E6F7F3"/>
            </a:solidFill>
            <a:prstDash val="solid"/>
          </a:ln>
        </p:spPr>
      </p:sp>
      <p:sp>
        <p:nvSpPr>
          <p:cNvPr id="18" name="Text 16">
            <a:extLst xmlns:a="http://schemas.openxmlformats.org/drawingml/2006/main">
              <a:ext uri="{FF2B5EF4-FFF2-40B4-BE49-F238E27FC236}">
                <a16:creationId xmlns:a16="http://schemas.microsoft.com/office/drawing/2014/main" id="{5FC5DD25-88EF-48F5-B187-07CCD2ED3220}"/>
              </a:ext>
            </a:extLst>
          </p:cNvPr>
          <p:cNvSpPr>
            <a:spLocks xmlns:a="http://schemas.openxmlformats.org/drawingml/2006/main" noGrp="1"/>
          </p:cNvSpPr>
          <p:nvPr/>
        </p:nvSpPr>
        <p:spPr>
          <a:xfrm xmlns:a="http://schemas.openxmlformats.org/drawingml/2006/main">
            <a:off x="8531352" y="2432304"/>
            <a:ext cx="621792"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400" b="1">
                <a:solidFill>
                  <a:srgbClr val="12A79D"/>
                </a:solidFill>
                <a:latin typeface="NanumSquare"/>
                <a:ea typeface="NanumSquare"/>
                <a:cs typeface="NanumSquare"/>
              </a:rPr>
              <a:t>03</a:t>
            </a:r>
            <a:endParaRPr sz="2400"/>
          </a:p>
        </p:txBody>
      </p:sp>
      <p:sp>
        <p:nvSpPr>
          <p:cNvPr id="19" name="Text 17">
            <a:extLst xmlns:a="http://schemas.openxmlformats.org/drawingml/2006/main">
              <a:ext uri="{FF2B5EF4-FFF2-40B4-BE49-F238E27FC236}">
                <a16:creationId xmlns:a16="http://schemas.microsoft.com/office/drawing/2014/main" id="{7876C977-1DB1-4FC6-83B5-BAB409B003C3}"/>
              </a:ext>
            </a:extLst>
          </p:cNvPr>
          <p:cNvSpPr>
            <a:spLocks xmlns:a="http://schemas.openxmlformats.org/drawingml/2006/main" noGrp="1"/>
          </p:cNvSpPr>
          <p:nvPr/>
        </p:nvSpPr>
        <p:spPr>
          <a:xfrm xmlns:a="http://schemas.openxmlformats.org/drawingml/2006/main">
            <a:off x="8540496" y="3090672"/>
            <a:ext cx="308152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900" b="1">
                <a:solidFill>
                  <a:srgbClr val="14233E"/>
                </a:solidFill>
                <a:latin typeface="NanumSquare"/>
                <a:ea typeface="NanumSquare"/>
                <a:cs typeface="NanumSquare"/>
              </a:rPr>
              <a:t>모름 · 미질문</a:t>
            </a:r>
            <a:endParaRPr sz="1900"/>
          </a:p>
        </p:txBody>
      </p:sp>
      <p:sp>
        <p:nvSpPr>
          <p:cNvPr id="20" name="Text 18">
            <a:extLst xmlns:a="http://schemas.openxmlformats.org/drawingml/2006/main">
              <a:ext uri="{FF2B5EF4-FFF2-40B4-BE49-F238E27FC236}">
                <a16:creationId xmlns:a16="http://schemas.microsoft.com/office/drawing/2014/main" id="{C8F91EDB-8E89-47C8-8B09-85F55FBC17DF}"/>
              </a:ext>
            </a:extLst>
          </p:cNvPr>
          <p:cNvSpPr>
            <a:spLocks xmlns:a="http://schemas.openxmlformats.org/drawingml/2006/main" noGrp="1"/>
          </p:cNvSpPr>
          <p:nvPr/>
        </p:nvSpPr>
        <p:spPr>
          <a:xfrm xmlns:a="http://schemas.openxmlformats.org/drawingml/2006/main">
            <a:off x="8540496" y="3822192"/>
            <a:ext cx="3099816" cy="8961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400">
                <a:solidFill>
                  <a:srgbClr val="5C6D80"/>
                </a:solidFill>
                <a:latin typeface="NanumSquare"/>
                <a:ea typeface="NanumSquare"/>
                <a:cs typeface="NanumSquare"/>
              </a:rPr>
              <a:t>“약 이름은 모르겠어요.”를</a:t>
            </a:r>
            <a:endParaRPr sz="1400"/>
          </a:p>
          <a:p xmlns:a="http://schemas.openxmlformats.org/drawingml/2006/main">
            <a:pPr marL="0" indent="0">
              <a:buNone/>
            </a:pPr>
            <a:r>
              <a:rPr sz="1400">
                <a:solidFill>
                  <a:srgbClr val="5C6D80"/>
                </a:solidFill>
                <a:latin typeface="NanumSquare"/>
                <a:ea typeface="NanumSquare"/>
                <a:cs typeface="NanumSquare"/>
              </a:rPr>
              <a:t>약 없음으로 단정하지 않음</a:t>
            </a:r>
          </a:p>
        </p:txBody>
      </p:sp>
      <p:sp>
        <p:nvSpPr>
          <p:cNvPr id="21" name="Shape 19">
            <a:extLst xmlns:a="http://schemas.openxmlformats.org/drawingml/2006/main">
              <a:ext uri="{FF2B5EF4-FFF2-40B4-BE49-F238E27FC236}">
                <a16:creationId xmlns:a16="http://schemas.microsoft.com/office/drawing/2014/main" id="{215066BE-16C2-4966-A643-10090B661B25}"/>
              </a:ext>
            </a:extLst>
          </p:cNvPr>
          <p:cNvSpPr>
            <a:spLocks xmlns:a="http://schemas.openxmlformats.org/drawingml/2006/main" noGrp="1"/>
          </p:cNvSpPr>
          <p:nvPr/>
        </p:nvSpPr>
        <p:spPr>
          <a:xfrm xmlns:a="http://schemas.openxmlformats.org/drawingml/2006/main">
            <a:off x="1280160" y="5513832"/>
            <a:ext cx="9646920" cy="448056"/>
          </a:xfrm>
          <a:prstGeom xmlns:a="http://schemas.openxmlformats.org/drawingml/2006/main" prst="roundRect">
            <a:avLst>
              <a:gd name="adj" fmla="val 36735"/>
            </a:avLst>
          </a:prstGeom>
          <a:solidFill xmlns:a="http://schemas.openxmlformats.org/drawingml/2006/main">
            <a:srgbClr val="14233E"/>
          </a:solidFill>
          <a:ln xmlns:a="http://schemas.openxmlformats.org/drawingml/2006/main" w="12700">
            <a:solidFill>
              <a:srgbClr val="14233E"/>
            </a:solidFill>
            <a:prstDash val="solid"/>
          </a:ln>
        </p:spPr>
      </p:sp>
      <p:sp>
        <p:nvSpPr>
          <p:cNvPr id="22" name="Text 20">
            <a:extLst xmlns:a="http://schemas.openxmlformats.org/drawingml/2006/main">
              <a:ext uri="{FF2B5EF4-FFF2-40B4-BE49-F238E27FC236}">
                <a16:creationId xmlns:a16="http://schemas.microsoft.com/office/drawing/2014/main" id="{AAF5613D-C19B-4359-8425-5D713EB92AFD}"/>
              </a:ext>
            </a:extLst>
          </p:cNvPr>
          <p:cNvSpPr>
            <a:spLocks xmlns:a="http://schemas.openxmlformats.org/drawingml/2006/main" noGrp="1"/>
          </p:cNvSpPr>
          <p:nvPr/>
        </p:nvSpPr>
        <p:spPr>
          <a:xfrm xmlns:a="http://schemas.openxmlformats.org/drawingml/2006/main">
            <a:off x="1554480" y="5614416"/>
            <a:ext cx="912571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88000"/>
          </a:bodyPr>
          <a:lstStyle xmlns:a="http://schemas.openxmlformats.org/drawingml/2006/main"/>
          <a:p xmlns:a="http://schemas.openxmlformats.org/drawingml/2006/main">
            <a:pPr marL="0" indent="0" algn="ctr">
              <a:buNone/>
            </a:pPr>
            <a:r>
              <a:rPr sz="1500" b="1">
                <a:solidFill>
                  <a:srgbClr val="FFFFFF"/>
                </a:solidFill>
                <a:latin typeface="NanumSquare"/>
                <a:ea typeface="NanumSquare"/>
                <a:cs typeface="NanumSquare"/>
              </a:rPr>
              <a:t>예: “약 이름은 모르겠어요.” → 복용약 ‘없음’이 아니라 ‘잘 모름’으로 남습니다.</a:t>
            </a:r>
            <a:endParaRPr sz="1500"/>
          </a:p>
        </p:txBody>
      </p:sp>
    </p:spTree>
    <p:extLst>
      <p:ext uri="{BB962C8B-B14F-4D97-AF65-F5344CB8AC3E}">
        <p14:creationId xmlns:p14="http://schemas.microsoft.com/office/powerpoint/2010/main" val="2060371676"/>
      </p:ext>
    </p:extLst>
  </p:cSld>
</p:sld>
</file>

<file path=ppt/slides/slide6.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DB305B2-7544-4EDE-92E5-A671034CD247}"/>
              </a:ext>
            </a:extLst>
          </p:cNvPr>
          <p:cNvSpPr>
            <a:spLocks xmlns:a="http://schemas.openxmlformats.org/drawingml/2006/main" noGrp="1"/>
          </p:cNvSpPr>
          <p:nvPr/>
        </p:nvSpPr>
        <p:spPr>
          <a:xfrm xmlns:a="http://schemas.openxmlformats.org/drawingml/2006/main">
            <a:off x="0" y="0"/>
            <a:ext cx="12191695" cy="96012"/>
          </a:xfrm>
          <a:prstGeom xmlns:a="http://schemas.openxmlformats.org/drawingml/2006/main" prst="rect">
            <a:avLst/>
          </a:prstGeom>
          <a:solidFill xmlns:a="http://schemas.openxmlformats.org/drawingml/2006/main">
            <a:srgbClr val="12A79D"/>
          </a:solidFill>
          <a:ln xmlns:a="http://schemas.openxmlformats.org/drawingml/2006/main" w="12700">
            <a:solidFill>
              <a:srgbClr val="12A79D"/>
            </a:solidFill>
            <a:prstDash val="solid"/>
          </a:ln>
        </p:spPr>
      </p:sp>
      <p:sp>
        <p:nvSpPr>
          <p:cNvPr id="3" name="Text 1">
            <a:extLst xmlns:a="http://schemas.openxmlformats.org/drawingml/2006/main">
              <a:ext uri="{FF2B5EF4-FFF2-40B4-BE49-F238E27FC236}">
                <a16:creationId xmlns:a16="http://schemas.microsoft.com/office/drawing/2014/main" id="{F99DB2F5-64BE-4153-8B81-9518B40FF58C}"/>
              </a:ext>
            </a:extLst>
          </p:cNvPr>
          <p:cNvSpPr>
            <a:spLocks xmlns:a="http://schemas.openxmlformats.org/drawingml/2006/main" noGrp="1"/>
          </p:cNvSpPr>
          <p:nvPr/>
        </p:nvSpPr>
        <p:spPr>
          <a:xfrm xmlns:a="http://schemas.openxmlformats.org/drawingml/2006/main">
            <a:off x="658368" y="301752"/>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b="1" spc="200">
                <a:solidFill>
                  <a:srgbClr val="12A79D"/>
                </a:solidFill>
                <a:latin typeface="NanumSquare"/>
                <a:ea typeface="NanumSquare"/>
                <a:cs typeface="NanumSquare"/>
              </a:rPr>
              <a:t>06  CORRECTION</a:t>
            </a:r>
            <a:endParaRPr sz="1000"/>
          </a:p>
        </p:txBody>
      </p:sp>
      <p:sp>
        <p:nvSpPr>
          <p:cNvPr id="4" name="Text 2">
            <a:extLst xmlns:a="http://schemas.openxmlformats.org/drawingml/2006/main">
              <a:ext uri="{FF2B5EF4-FFF2-40B4-BE49-F238E27FC236}">
                <a16:creationId xmlns:a16="http://schemas.microsoft.com/office/drawing/2014/main" id="{E219EBD0-C03B-48E4-9662-8D4C3784C9B1}"/>
              </a:ext>
            </a:extLst>
          </p:cNvPr>
          <p:cNvSpPr>
            <a:spLocks xmlns:a="http://schemas.openxmlformats.org/drawingml/2006/main" noGrp="1"/>
          </p:cNvSpPr>
          <p:nvPr/>
        </p:nvSpPr>
        <p:spPr>
          <a:xfrm xmlns:a="http://schemas.openxmlformats.org/drawingml/2006/main">
            <a:off x="658368" y="722376"/>
            <a:ext cx="10972800" cy="6126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3000" b="1">
                <a:solidFill>
                  <a:srgbClr val="14233E"/>
                </a:solidFill>
                <a:latin typeface="NanumSquare"/>
                <a:ea typeface="NanumSquare"/>
                <a:cs typeface="NanumSquare"/>
              </a:rPr>
              <a:t>정정된 기록은 의료진이 다시 확인해야 합니다</a:t>
            </a:r>
            <a:endParaRPr sz="3000"/>
          </a:p>
        </p:txBody>
      </p:sp>
      <p:sp>
        <p:nvSpPr>
          <p:cNvPr id="5" name="Text 3">
            <a:extLst xmlns:a="http://schemas.openxmlformats.org/drawingml/2006/main">
              <a:ext uri="{FF2B5EF4-FFF2-40B4-BE49-F238E27FC236}">
                <a16:creationId xmlns:a16="http://schemas.microsoft.com/office/drawing/2014/main" id="{FB450A15-931D-49DC-A9FC-6379A6AE3DEC}"/>
              </a:ext>
            </a:extLst>
          </p:cNvPr>
          <p:cNvSpPr>
            <a:spLocks xmlns:a="http://schemas.openxmlformats.org/drawingml/2006/main" noGrp="1"/>
          </p:cNvSpPr>
          <p:nvPr/>
        </p:nvSpPr>
        <p:spPr>
          <a:xfrm xmlns:a="http://schemas.openxmlformats.org/drawingml/2006/main">
            <a:off x="685800" y="1389888"/>
            <a:ext cx="1088136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400">
                <a:solidFill>
                  <a:srgbClr val="5C6D80"/>
                </a:solidFill>
                <a:latin typeface="NanumSquare"/>
                <a:ea typeface="NanumSquare"/>
                <a:cs typeface="NanumSquare"/>
              </a:rPr>
              <a:t>환자 원문이 바뀌면 기존 검토를 만료하고 복사·인쇄를 막습니다.</a:t>
            </a:r>
            <a:endParaRPr sz="1400"/>
          </a:p>
        </p:txBody>
      </p:sp>
      <p:sp>
        <p:nvSpPr>
          <p:cNvPr id="6" name="Shape 4">
            <a:extLst xmlns:a="http://schemas.openxmlformats.org/drawingml/2006/main">
              <a:ext uri="{FF2B5EF4-FFF2-40B4-BE49-F238E27FC236}">
                <a16:creationId xmlns:a16="http://schemas.microsoft.com/office/drawing/2014/main" id="{12E50E82-EE55-4DB8-966C-A5C8DB259FFB}"/>
              </a:ext>
            </a:extLst>
          </p:cNvPr>
          <p:cNvSpPr>
            <a:spLocks xmlns:a="http://schemas.openxmlformats.org/drawingml/2006/main" noGrp="1"/>
          </p:cNvSpPr>
          <p:nvPr/>
        </p:nvSpPr>
        <p:spPr>
          <a:xfrm xmlns:a="http://schemas.openxmlformats.org/drawingml/2006/main">
            <a:off x="658368" y="6455664"/>
            <a:ext cx="10863072" cy="0"/>
          </a:xfrm>
          <a:prstGeom xmlns:a="http://schemas.openxmlformats.org/drawingml/2006/main" prst="line">
            <a:avLst/>
          </a:prstGeom>
          <a:noFill xmlns:a="http://schemas.openxmlformats.org/drawingml/2006/main"/>
          <a:ln xmlns:a="http://schemas.openxmlformats.org/drawingml/2006/main" w="12700">
            <a:solidFill>
              <a:srgbClr val="D9E5EC"/>
            </a:solidFill>
            <a:prstDash val="solid"/>
          </a:ln>
        </p:spPr>
      </p:sp>
      <p:sp>
        <p:nvSpPr>
          <p:cNvPr id="7" name="Text 5">
            <a:extLst xmlns:a="http://schemas.openxmlformats.org/drawingml/2006/main">
              <a:ext uri="{FF2B5EF4-FFF2-40B4-BE49-F238E27FC236}">
                <a16:creationId xmlns:a16="http://schemas.microsoft.com/office/drawing/2014/main" id="{EF38E83C-406A-449A-9952-6E4791EF59CD}"/>
              </a:ext>
            </a:extLst>
          </p:cNvPr>
          <p:cNvSpPr>
            <a:spLocks xmlns:a="http://schemas.openxmlformats.org/drawingml/2006/main" noGrp="1"/>
          </p:cNvSpPr>
          <p:nvPr/>
        </p:nvSpPr>
        <p:spPr>
          <a:xfrm xmlns:a="http://schemas.openxmlformats.org/drawingml/2006/main">
            <a:off x="694944" y="6519672"/>
            <a:ext cx="8229600" cy="17373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900">
                <a:solidFill>
                  <a:srgbClr val="5C6D80"/>
                </a:solidFill>
                <a:latin typeface="NanumSquare"/>
                <a:ea typeface="NanumSquare"/>
                <a:cs typeface="NanumSquare"/>
              </a:rPr>
              <a:t>CAREFRAME  /  CODEX HACKATHON 2026</a:t>
            </a:r>
            <a:endParaRPr sz="900"/>
          </a:p>
        </p:txBody>
      </p:sp>
      <p:sp>
        <p:nvSpPr>
          <p:cNvPr id="8" name="Text 6">
            <a:extLst xmlns:a="http://schemas.openxmlformats.org/drawingml/2006/main">
              <a:ext uri="{FF2B5EF4-FFF2-40B4-BE49-F238E27FC236}">
                <a16:creationId xmlns:a16="http://schemas.microsoft.com/office/drawing/2014/main" id="{D08A738B-C97B-492F-9AEF-63D267445A30}"/>
              </a:ext>
            </a:extLst>
          </p:cNvPr>
          <p:cNvSpPr>
            <a:spLocks xmlns:a="http://schemas.openxmlformats.org/drawingml/2006/main" noGrp="1"/>
          </p:cNvSpPr>
          <p:nvPr/>
        </p:nvSpPr>
        <p:spPr>
          <a:xfrm xmlns:a="http://schemas.openxmlformats.org/drawingml/2006/main">
            <a:off x="10652760" y="6501384"/>
            <a:ext cx="9144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900">
                <a:solidFill>
                  <a:srgbClr val="5C6D80"/>
                </a:solidFill>
                <a:latin typeface="NanumSquare"/>
                <a:ea typeface="NanumSquare"/>
                <a:cs typeface="NanumSquare"/>
              </a:rPr>
              <a:t>06 / 10</a:t>
            </a:r>
            <a:endParaRPr sz="900"/>
          </a:p>
        </p:txBody>
      </p:sp>
      <p:sp>
        <p:nvSpPr>
          <p:cNvPr id="9" name="Shape 7">
            <a:extLst xmlns:a="http://schemas.openxmlformats.org/drawingml/2006/main">
              <a:ext uri="{FF2B5EF4-FFF2-40B4-BE49-F238E27FC236}">
                <a16:creationId xmlns:a16="http://schemas.microsoft.com/office/drawing/2014/main" id="{CE3B2D12-5896-4F01-9BA6-673D33D8670E}"/>
              </a:ext>
            </a:extLst>
          </p:cNvPr>
          <p:cNvSpPr>
            <a:spLocks xmlns:a="http://schemas.openxmlformats.org/drawingml/2006/main" noGrp="1"/>
          </p:cNvSpPr>
          <p:nvPr/>
        </p:nvSpPr>
        <p:spPr>
          <a:xfrm xmlns:a="http://schemas.openxmlformats.org/drawingml/2006/main">
            <a:off x="749808" y="2066544"/>
            <a:ext cx="5239512" cy="3410712"/>
          </a:xfrm>
          <a:prstGeom xmlns:a="http://schemas.openxmlformats.org/drawingml/2006/main" prst="roundRect">
            <a:avLst>
              <a:gd name="adj" fmla="val 4826"/>
            </a:avLst>
          </a:prstGeom>
          <a:solidFill xmlns:a="http://schemas.openxmlformats.org/drawingml/2006/main">
            <a:srgbClr val="E6F7F3"/>
          </a:solidFill>
          <a:ln xmlns:a="http://schemas.openxmlformats.org/drawingml/2006/main" w="12700">
            <a:solidFill>
              <a:srgbClr val="E6F7F3"/>
            </a:solidFill>
            <a:prstDash val="solid"/>
          </a:ln>
        </p:spPr>
      </p:sp>
      <p:sp>
        <p:nvSpPr>
          <p:cNvPr id="10" name="Shape 8">
            <a:extLst xmlns:a="http://schemas.openxmlformats.org/drawingml/2006/main">
              <a:ext uri="{FF2B5EF4-FFF2-40B4-BE49-F238E27FC236}">
                <a16:creationId xmlns:a16="http://schemas.microsoft.com/office/drawing/2014/main" id="{E4463C40-5886-45F1-A788-9880AFB2AF15}"/>
              </a:ext>
            </a:extLst>
          </p:cNvPr>
          <p:cNvSpPr>
            <a:spLocks xmlns:a="http://schemas.openxmlformats.org/drawingml/2006/main" noGrp="1"/>
          </p:cNvSpPr>
          <p:nvPr/>
        </p:nvSpPr>
        <p:spPr>
          <a:xfrm xmlns:a="http://schemas.openxmlformats.org/drawingml/2006/main">
            <a:off x="6172200" y="2066544"/>
            <a:ext cx="5239512" cy="3410712"/>
          </a:xfrm>
          <a:prstGeom xmlns:a="http://schemas.openxmlformats.org/drawingml/2006/main" prst="roundRect">
            <a:avLst>
              <a:gd name="adj" fmla="val 4826"/>
            </a:avLst>
          </a:prstGeom>
          <a:solidFill xmlns:a="http://schemas.openxmlformats.org/drawingml/2006/main">
            <a:srgbClr val="FFF0ED"/>
          </a:solidFill>
          <a:ln xmlns:a="http://schemas.openxmlformats.org/drawingml/2006/main" w="12700">
            <a:solidFill>
              <a:srgbClr val="FFF0ED"/>
            </a:solidFill>
            <a:prstDash val="solid"/>
          </a:ln>
        </p:spPr>
      </p:sp>
      <p:sp>
        <p:nvSpPr>
          <p:cNvPr id="11" name="Text 9">
            <a:extLst xmlns:a="http://schemas.openxmlformats.org/drawingml/2006/main">
              <a:ext uri="{FF2B5EF4-FFF2-40B4-BE49-F238E27FC236}">
                <a16:creationId xmlns:a16="http://schemas.microsoft.com/office/drawing/2014/main" id="{3731D687-3150-4210-BF2D-CF34143D6E08}"/>
              </a:ext>
            </a:extLst>
          </p:cNvPr>
          <p:cNvSpPr>
            <a:spLocks xmlns:a="http://schemas.openxmlformats.org/drawingml/2006/main" noGrp="1"/>
          </p:cNvSpPr>
          <p:nvPr/>
        </p:nvSpPr>
        <p:spPr>
          <a:xfrm xmlns:a="http://schemas.openxmlformats.org/drawingml/2006/main">
            <a:off x="1097280" y="2432304"/>
            <a:ext cx="44805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2500" b="1">
                <a:solidFill>
                  <a:srgbClr val="12A79D"/>
                </a:solidFill>
                <a:latin typeface="NanumSquare"/>
                <a:ea typeface="NanumSquare"/>
                <a:cs typeface="NanumSquare"/>
              </a:rPr>
              <a:t>수정 전</a:t>
            </a:r>
            <a:endParaRPr sz="2500"/>
          </a:p>
        </p:txBody>
      </p:sp>
      <p:sp>
        <p:nvSpPr>
          <p:cNvPr id="12" name="Text 10">
            <a:extLst xmlns:a="http://schemas.openxmlformats.org/drawingml/2006/main">
              <a:ext uri="{FF2B5EF4-FFF2-40B4-BE49-F238E27FC236}">
                <a16:creationId xmlns:a16="http://schemas.microsoft.com/office/drawing/2014/main" id="{F76F9463-546F-4238-98E7-E3441FEA3974}"/>
              </a:ext>
            </a:extLst>
          </p:cNvPr>
          <p:cNvSpPr>
            <a:spLocks xmlns:a="http://schemas.openxmlformats.org/drawingml/2006/main" noGrp="1"/>
          </p:cNvSpPr>
          <p:nvPr/>
        </p:nvSpPr>
        <p:spPr>
          <a:xfrm xmlns:a="http://schemas.openxmlformats.org/drawingml/2006/main">
            <a:off x="1097280" y="3099816"/>
            <a:ext cx="4443984" cy="179222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700">
                <a:solidFill>
                  <a:srgbClr val="203451"/>
                </a:solidFill>
                <a:latin typeface="NanumSquare"/>
                <a:ea typeface="NanumSquare"/>
                <a:cs typeface="NanumSquare"/>
              </a:rPr>
              <a:t>시작 시점 3일 전</a:t>
            </a:r>
            <a:endParaRPr sz="1700"/>
          </a:p>
          <a:p xmlns:a="http://schemas.openxmlformats.org/drawingml/2006/main">
            <a:pPr marL="0" indent="0">
              <a:buNone/>
            </a:pPr>
            <a:r>
              <a:rPr sz="1700">
                <a:solidFill>
                  <a:srgbClr val="203451"/>
                </a:solidFill>
                <a:latin typeface="NanumSquare"/>
                <a:ea typeface="NanumSquare"/>
                <a:cs typeface="NanumSquare"/>
              </a:rPr>
              <a:t>기록 v13</a:t>
            </a:r>
          </a:p>
          <a:p xmlns:a="http://schemas.openxmlformats.org/drawingml/2006/main">
            <a:pPr marL="0" indent="0">
              <a:buNone/>
            </a:pPr>
            <a:r>
              <a:rPr sz="1700">
                <a:solidFill>
                  <a:srgbClr val="203451"/>
                </a:solidFill>
                <a:latin typeface="NanumSquare"/>
                <a:ea typeface="NanumSquare"/>
                <a:cs typeface="NanumSquare"/>
              </a:rPr>
              <a:t>검토 완료 (데모)</a:t>
            </a:r>
          </a:p>
        </p:txBody>
      </p:sp>
      <p:sp>
        <p:nvSpPr>
          <p:cNvPr id="13" name="Text 11">
            <a:extLst xmlns:a="http://schemas.openxmlformats.org/drawingml/2006/main">
              <a:ext uri="{FF2B5EF4-FFF2-40B4-BE49-F238E27FC236}">
                <a16:creationId xmlns:a16="http://schemas.microsoft.com/office/drawing/2014/main" id="{56A14840-2BEB-4464-964E-31D1B3158164}"/>
              </a:ext>
            </a:extLst>
          </p:cNvPr>
          <p:cNvSpPr>
            <a:spLocks xmlns:a="http://schemas.openxmlformats.org/drawingml/2006/main" noGrp="1"/>
          </p:cNvSpPr>
          <p:nvPr/>
        </p:nvSpPr>
        <p:spPr>
          <a:xfrm xmlns:a="http://schemas.openxmlformats.org/drawingml/2006/main">
            <a:off x="6537960" y="2432304"/>
            <a:ext cx="4443984" cy="3931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2500" b="1">
                <a:solidFill>
                  <a:srgbClr val="C85D51"/>
                </a:solidFill>
                <a:latin typeface="NanumSquare"/>
                <a:ea typeface="NanumSquare"/>
                <a:cs typeface="NanumSquare"/>
              </a:rPr>
              <a:t>정정 후</a:t>
            </a:r>
            <a:endParaRPr sz="2500"/>
          </a:p>
        </p:txBody>
      </p:sp>
      <p:sp>
        <p:nvSpPr>
          <p:cNvPr id="14" name="Text 12">
            <a:extLst xmlns:a="http://schemas.openxmlformats.org/drawingml/2006/main">
              <a:ext uri="{FF2B5EF4-FFF2-40B4-BE49-F238E27FC236}">
                <a16:creationId xmlns:a16="http://schemas.microsoft.com/office/drawing/2014/main" id="{01D428C3-F9E4-4EAA-96AB-115B0DF03D5C}"/>
              </a:ext>
            </a:extLst>
          </p:cNvPr>
          <p:cNvSpPr>
            <a:spLocks xmlns:a="http://schemas.openxmlformats.org/drawingml/2006/main" noGrp="1"/>
          </p:cNvSpPr>
          <p:nvPr/>
        </p:nvSpPr>
        <p:spPr>
          <a:xfrm xmlns:a="http://schemas.openxmlformats.org/drawingml/2006/main">
            <a:off x="6537960" y="3099816"/>
            <a:ext cx="4343400" cy="179222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700">
                <a:solidFill>
                  <a:srgbClr val="203451"/>
                </a:solidFill>
                <a:latin typeface="NanumSquare"/>
                <a:ea typeface="NanumSquare"/>
                <a:cs typeface="NanumSquare"/>
              </a:rPr>
              <a:t>“3일이 아니라 3주예요.”</a:t>
            </a:r>
            <a:endParaRPr sz="1700"/>
          </a:p>
          <a:p xmlns:a="http://schemas.openxmlformats.org/drawingml/2006/main">
            <a:pPr marL="0" indent="0">
              <a:buNone/>
            </a:pPr>
            <a:r>
              <a:rPr sz="1700">
                <a:solidFill>
                  <a:srgbClr val="203451"/>
                </a:solidFill>
                <a:latin typeface="NanumSquare"/>
                <a:ea typeface="NanumSquare"/>
                <a:cs typeface="NanumSquare"/>
              </a:rPr>
              <a:t>기록 v14 · 이전 검토 만료</a:t>
            </a:r>
          </a:p>
          <a:p xmlns:a="http://schemas.openxmlformats.org/drawingml/2006/main">
            <a:pPr marL="0" indent="0">
              <a:buNone/>
            </a:pPr>
            <a:r>
              <a:rPr sz="1700">
                <a:solidFill>
                  <a:srgbClr val="203451"/>
                </a:solidFill>
                <a:latin typeface="NanumSquare"/>
                <a:ea typeface="NanumSquare"/>
                <a:cs typeface="NanumSquare"/>
              </a:rPr>
              <a:t>재검토 전 복사·인쇄 차단</a:t>
            </a:r>
          </a:p>
        </p:txBody>
      </p:sp>
      <p:sp>
        <p:nvSpPr>
          <p:cNvPr id="15" name="Text 13">
            <a:extLst xmlns:a="http://schemas.openxmlformats.org/drawingml/2006/main">
              <a:ext uri="{FF2B5EF4-FFF2-40B4-BE49-F238E27FC236}">
                <a16:creationId xmlns:a16="http://schemas.microsoft.com/office/drawing/2014/main" id="{653295AB-866C-4DCA-93E2-406F9C891BCB}"/>
              </a:ext>
            </a:extLst>
          </p:cNvPr>
          <p:cNvSpPr>
            <a:spLocks xmlns:a="http://schemas.openxmlformats.org/drawingml/2006/main" noGrp="1"/>
          </p:cNvSpPr>
          <p:nvPr/>
        </p:nvSpPr>
        <p:spPr>
          <a:xfrm xmlns:a="http://schemas.openxmlformats.org/drawingml/2006/main">
            <a:off x="941832" y="5788152"/>
            <a:ext cx="10305288" cy="35661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2100" b="1">
                <a:solidFill>
                  <a:srgbClr val="14233E"/>
                </a:solidFill>
                <a:latin typeface="NanumSquare"/>
                <a:ea typeface="NanumSquare"/>
                <a:cs typeface="NanumSquare"/>
              </a:rPr>
              <a:t>정정 → 새 기록 → 의료진 재검토</a:t>
            </a:r>
            <a:endParaRPr sz="2100"/>
          </a:p>
        </p:txBody>
      </p:sp>
    </p:spTree>
    <p:extLst>
      <p:ext uri="{BB962C8B-B14F-4D97-AF65-F5344CB8AC3E}">
        <p14:creationId xmlns:p14="http://schemas.microsoft.com/office/powerpoint/2010/main" val="808651815"/>
      </p:ext>
    </p:extLst>
  </p:cSld>
</p:sld>
</file>

<file path=ppt/slides/slide7.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E63F876-159E-4B76-98C4-2D7741E68FDD}"/>
              </a:ext>
            </a:extLst>
          </p:cNvPr>
          <p:cNvSpPr>
            <a:spLocks xmlns:a="http://schemas.openxmlformats.org/drawingml/2006/main" noGrp="1"/>
          </p:cNvSpPr>
          <p:nvPr/>
        </p:nvSpPr>
        <p:spPr>
          <a:xfrm xmlns:a="http://schemas.openxmlformats.org/drawingml/2006/main">
            <a:off x="0" y="0"/>
            <a:ext cx="12191695" cy="96012"/>
          </a:xfrm>
          <a:prstGeom xmlns:a="http://schemas.openxmlformats.org/drawingml/2006/main" prst="rect">
            <a:avLst/>
          </a:prstGeom>
          <a:solidFill xmlns:a="http://schemas.openxmlformats.org/drawingml/2006/main">
            <a:srgbClr val="12A79D"/>
          </a:solidFill>
          <a:ln xmlns:a="http://schemas.openxmlformats.org/drawingml/2006/main" w="12700">
            <a:solidFill>
              <a:srgbClr val="12A79D"/>
            </a:solidFill>
            <a:prstDash val="solid"/>
          </a:ln>
        </p:spPr>
      </p:sp>
      <p:sp>
        <p:nvSpPr>
          <p:cNvPr id="3" name="Text 1">
            <a:extLst xmlns:a="http://schemas.openxmlformats.org/drawingml/2006/main">
              <a:ext uri="{FF2B5EF4-FFF2-40B4-BE49-F238E27FC236}">
                <a16:creationId xmlns:a16="http://schemas.microsoft.com/office/drawing/2014/main" id="{7BFE0A1D-41D6-4776-A956-ACFFC0A92BE4}"/>
              </a:ext>
            </a:extLst>
          </p:cNvPr>
          <p:cNvSpPr>
            <a:spLocks xmlns:a="http://schemas.openxmlformats.org/drawingml/2006/main" noGrp="1"/>
          </p:cNvSpPr>
          <p:nvPr/>
        </p:nvSpPr>
        <p:spPr>
          <a:xfrm xmlns:a="http://schemas.openxmlformats.org/drawingml/2006/main">
            <a:off x="658368" y="301752"/>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b="1" spc="200">
                <a:solidFill>
                  <a:srgbClr val="12A79D"/>
                </a:solidFill>
                <a:latin typeface="NanumSquare"/>
                <a:ea typeface="NanumSquare"/>
                <a:cs typeface="NanumSquare"/>
              </a:rPr>
              <a:t>07  HOW IT WORKS</a:t>
            </a:r>
            <a:endParaRPr sz="1000"/>
          </a:p>
        </p:txBody>
      </p:sp>
      <p:sp>
        <p:nvSpPr>
          <p:cNvPr id="4" name="Text 2">
            <a:extLst xmlns:a="http://schemas.openxmlformats.org/drawingml/2006/main">
              <a:ext uri="{FF2B5EF4-FFF2-40B4-BE49-F238E27FC236}">
                <a16:creationId xmlns:a16="http://schemas.microsoft.com/office/drawing/2014/main" id="{A0FE1D57-E438-4E32-B2A2-DCAB4E949C90}"/>
              </a:ext>
            </a:extLst>
          </p:cNvPr>
          <p:cNvSpPr>
            <a:spLocks xmlns:a="http://schemas.openxmlformats.org/drawingml/2006/main" noGrp="1"/>
          </p:cNvSpPr>
          <p:nvPr/>
        </p:nvSpPr>
        <p:spPr>
          <a:xfrm xmlns:a="http://schemas.openxmlformats.org/drawingml/2006/main">
            <a:off x="658368" y="722376"/>
            <a:ext cx="10972800" cy="6126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3000" b="1">
                <a:solidFill>
                  <a:srgbClr val="14233E"/>
                </a:solidFill>
                <a:latin typeface="NanumSquare"/>
                <a:ea typeface="NanumSquare"/>
                <a:cs typeface="NanumSquare"/>
              </a:rPr>
              <a:t>AI는 해석하고, 제품 코드는 질문과 기록을 관리합니다</a:t>
            </a:r>
            <a:endParaRPr sz="3000"/>
          </a:p>
        </p:txBody>
      </p:sp>
      <p:sp>
        <p:nvSpPr>
          <p:cNvPr id="5" name="Text 3">
            <a:extLst xmlns:a="http://schemas.openxmlformats.org/drawingml/2006/main">
              <a:ext uri="{FF2B5EF4-FFF2-40B4-BE49-F238E27FC236}">
                <a16:creationId xmlns:a16="http://schemas.microsoft.com/office/drawing/2014/main" id="{E1795354-9E59-40E0-8E9D-4AB9AAFA996E}"/>
              </a:ext>
            </a:extLst>
          </p:cNvPr>
          <p:cNvSpPr>
            <a:spLocks xmlns:a="http://schemas.openxmlformats.org/drawingml/2006/main" noGrp="1"/>
          </p:cNvSpPr>
          <p:nvPr/>
        </p:nvSpPr>
        <p:spPr>
          <a:xfrm xmlns:a="http://schemas.openxmlformats.org/drawingml/2006/main">
            <a:off x="685800" y="1389888"/>
            <a:ext cx="1088136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400">
                <a:solidFill>
                  <a:srgbClr val="5C6D80"/>
                </a:solidFill>
                <a:latin typeface="NanumSquare"/>
                <a:ea typeface="NanumSquare"/>
                <a:cs typeface="NanumSquare"/>
              </a:rPr>
              <a:t>근거 확인·다음 질문·기록 생성을 제품 코드로 분리했습니다.</a:t>
            </a:r>
            <a:endParaRPr sz="1400"/>
          </a:p>
        </p:txBody>
      </p:sp>
      <p:sp>
        <p:nvSpPr>
          <p:cNvPr id="6" name="Shape 4">
            <a:extLst xmlns:a="http://schemas.openxmlformats.org/drawingml/2006/main">
              <a:ext uri="{FF2B5EF4-FFF2-40B4-BE49-F238E27FC236}">
                <a16:creationId xmlns:a16="http://schemas.microsoft.com/office/drawing/2014/main" id="{CC67ED0C-1DD2-4E28-ADBD-E652E5CF5B82}"/>
              </a:ext>
            </a:extLst>
          </p:cNvPr>
          <p:cNvSpPr>
            <a:spLocks xmlns:a="http://schemas.openxmlformats.org/drawingml/2006/main" noGrp="1"/>
          </p:cNvSpPr>
          <p:nvPr/>
        </p:nvSpPr>
        <p:spPr>
          <a:xfrm xmlns:a="http://schemas.openxmlformats.org/drawingml/2006/main">
            <a:off x="658368" y="6455664"/>
            <a:ext cx="10863072" cy="0"/>
          </a:xfrm>
          <a:prstGeom xmlns:a="http://schemas.openxmlformats.org/drawingml/2006/main" prst="line">
            <a:avLst/>
          </a:prstGeom>
          <a:noFill xmlns:a="http://schemas.openxmlformats.org/drawingml/2006/main"/>
          <a:ln xmlns:a="http://schemas.openxmlformats.org/drawingml/2006/main" w="12700">
            <a:solidFill>
              <a:srgbClr val="D9E5EC"/>
            </a:solidFill>
            <a:prstDash val="solid"/>
          </a:ln>
        </p:spPr>
      </p:sp>
      <p:sp>
        <p:nvSpPr>
          <p:cNvPr id="7" name="Text 5">
            <a:extLst xmlns:a="http://schemas.openxmlformats.org/drawingml/2006/main">
              <a:ext uri="{FF2B5EF4-FFF2-40B4-BE49-F238E27FC236}">
                <a16:creationId xmlns:a16="http://schemas.microsoft.com/office/drawing/2014/main" id="{76EE3FC5-455C-4940-972F-951288E2226B}"/>
              </a:ext>
            </a:extLst>
          </p:cNvPr>
          <p:cNvSpPr>
            <a:spLocks xmlns:a="http://schemas.openxmlformats.org/drawingml/2006/main" noGrp="1"/>
          </p:cNvSpPr>
          <p:nvPr/>
        </p:nvSpPr>
        <p:spPr>
          <a:xfrm xmlns:a="http://schemas.openxmlformats.org/drawingml/2006/main">
            <a:off x="694944" y="6519672"/>
            <a:ext cx="8229600" cy="17373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900">
                <a:solidFill>
                  <a:srgbClr val="5C6D80"/>
                </a:solidFill>
                <a:latin typeface="NanumSquare"/>
                <a:ea typeface="NanumSquare"/>
                <a:cs typeface="NanumSquare"/>
              </a:rPr>
              <a:t>CAREFRAME  /  CODEX HACKATHON 2026</a:t>
            </a:r>
            <a:endParaRPr sz="900"/>
          </a:p>
        </p:txBody>
      </p:sp>
      <p:sp>
        <p:nvSpPr>
          <p:cNvPr id="8" name="Text 6">
            <a:extLst xmlns:a="http://schemas.openxmlformats.org/drawingml/2006/main">
              <a:ext uri="{FF2B5EF4-FFF2-40B4-BE49-F238E27FC236}">
                <a16:creationId xmlns:a16="http://schemas.microsoft.com/office/drawing/2014/main" id="{9E093E19-05C3-47D3-868E-18DEBC87143C}"/>
              </a:ext>
            </a:extLst>
          </p:cNvPr>
          <p:cNvSpPr>
            <a:spLocks xmlns:a="http://schemas.openxmlformats.org/drawingml/2006/main" noGrp="1"/>
          </p:cNvSpPr>
          <p:nvPr/>
        </p:nvSpPr>
        <p:spPr>
          <a:xfrm xmlns:a="http://schemas.openxmlformats.org/drawingml/2006/main">
            <a:off x="10652760" y="6501384"/>
            <a:ext cx="9144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900">
                <a:solidFill>
                  <a:srgbClr val="5C6D80"/>
                </a:solidFill>
                <a:latin typeface="NanumSquare"/>
                <a:ea typeface="NanumSquare"/>
                <a:cs typeface="NanumSquare"/>
              </a:rPr>
              <a:t>07 / 10</a:t>
            </a:r>
            <a:endParaRPr sz="900"/>
          </a:p>
        </p:txBody>
      </p:sp>
      <p:sp>
        <p:nvSpPr>
          <p:cNvPr id="9" name="Shape 7">
            <a:extLst xmlns:a="http://schemas.openxmlformats.org/drawingml/2006/main">
              <a:ext uri="{FF2B5EF4-FFF2-40B4-BE49-F238E27FC236}">
                <a16:creationId xmlns:a16="http://schemas.microsoft.com/office/drawing/2014/main" id="{DA7C6104-C71E-4182-8E47-0C461CA3D79F}"/>
              </a:ext>
            </a:extLst>
          </p:cNvPr>
          <p:cNvSpPr>
            <a:spLocks xmlns:a="http://schemas.openxmlformats.org/drawingml/2006/main" noGrp="1"/>
          </p:cNvSpPr>
          <p:nvPr/>
        </p:nvSpPr>
        <p:spPr>
          <a:xfrm xmlns:a="http://schemas.openxmlformats.org/drawingml/2006/main">
            <a:off x="1243584" y="1965960"/>
            <a:ext cx="9747504" cy="603504"/>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12700">
            <a:solidFill>
              <a:srgbClr val="D9E5EC"/>
            </a:solidFill>
            <a:prstDash val="solid"/>
          </a:ln>
        </p:spPr>
      </p:sp>
      <p:sp>
        <p:nvSpPr>
          <p:cNvPr id="10" name="Text 8">
            <a:extLst xmlns:a="http://schemas.openxmlformats.org/drawingml/2006/main">
              <a:ext uri="{FF2B5EF4-FFF2-40B4-BE49-F238E27FC236}">
                <a16:creationId xmlns:a16="http://schemas.microsoft.com/office/drawing/2014/main" id="{81E956D8-7319-486B-9BBD-EB3FEC5FA43A}"/>
              </a:ext>
            </a:extLst>
          </p:cNvPr>
          <p:cNvSpPr>
            <a:spLocks xmlns:a="http://schemas.openxmlformats.org/drawingml/2006/main" noGrp="1"/>
          </p:cNvSpPr>
          <p:nvPr/>
        </p:nvSpPr>
        <p:spPr>
          <a:xfrm xmlns:a="http://schemas.openxmlformats.org/drawingml/2006/main">
            <a:off x="1490472" y="2130552"/>
            <a:ext cx="52120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400" b="1">
                <a:solidFill>
                  <a:srgbClr val="12A79D"/>
                </a:solidFill>
                <a:latin typeface="NanumSquare"/>
                <a:ea typeface="NanumSquare"/>
                <a:cs typeface="NanumSquare"/>
              </a:rPr>
              <a:t>01</a:t>
            </a:r>
            <a:endParaRPr sz="1400"/>
          </a:p>
        </p:txBody>
      </p:sp>
      <p:sp>
        <p:nvSpPr>
          <p:cNvPr id="11" name="Text 9">
            <a:extLst xmlns:a="http://schemas.openxmlformats.org/drawingml/2006/main">
              <a:ext uri="{FF2B5EF4-FFF2-40B4-BE49-F238E27FC236}">
                <a16:creationId xmlns:a16="http://schemas.microsoft.com/office/drawing/2014/main" id="{50C7EA97-5B83-4D1B-A329-EBCE056854FC}"/>
              </a:ext>
            </a:extLst>
          </p:cNvPr>
          <p:cNvSpPr>
            <a:spLocks xmlns:a="http://schemas.openxmlformats.org/drawingml/2006/main" noGrp="1"/>
          </p:cNvSpPr>
          <p:nvPr/>
        </p:nvSpPr>
        <p:spPr>
          <a:xfrm xmlns:a="http://schemas.openxmlformats.org/drawingml/2006/main">
            <a:off x="2112264" y="2121408"/>
            <a:ext cx="321868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400" b="1">
                <a:solidFill>
                  <a:srgbClr val="14233E"/>
                </a:solidFill>
                <a:latin typeface="NanumSquare"/>
                <a:ea typeface="NanumSquare"/>
                <a:cs typeface="NanumSquare"/>
              </a:rPr>
              <a:t>음성 / 텍스트 입력</a:t>
            </a:r>
            <a:endParaRPr sz="1400"/>
          </a:p>
        </p:txBody>
      </p:sp>
      <p:sp>
        <p:nvSpPr>
          <p:cNvPr id="12" name="Text 10">
            <a:extLst xmlns:a="http://schemas.openxmlformats.org/drawingml/2006/main">
              <a:ext uri="{FF2B5EF4-FFF2-40B4-BE49-F238E27FC236}">
                <a16:creationId xmlns:a16="http://schemas.microsoft.com/office/drawing/2014/main" id="{3439F756-CDB5-47F0-97DA-C659FBF62F9B}"/>
              </a:ext>
            </a:extLst>
          </p:cNvPr>
          <p:cNvSpPr>
            <a:spLocks xmlns:a="http://schemas.openxmlformats.org/drawingml/2006/main" noGrp="1"/>
          </p:cNvSpPr>
          <p:nvPr/>
        </p:nvSpPr>
        <p:spPr>
          <a:xfrm xmlns:a="http://schemas.openxmlformats.org/drawingml/2006/main">
            <a:off x="5532120" y="2130552"/>
            <a:ext cx="5056632" cy="26517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400">
                <a:solidFill>
                  <a:srgbClr val="5C6D80"/>
                </a:solidFill>
                <a:latin typeface="NanumSquare"/>
                <a:ea typeface="NanumSquare"/>
                <a:cs typeface="NanumSquare"/>
              </a:rPr>
              <a:t>Realtime 음성 · 확정 전사</a:t>
            </a:r>
            <a:endParaRPr sz="1400"/>
          </a:p>
        </p:txBody>
      </p:sp>
      <p:sp>
        <p:nvSpPr>
          <p:cNvPr id="13" name="Shape 11">
            <a:extLst xmlns:a="http://schemas.openxmlformats.org/drawingml/2006/main">
              <a:ext uri="{FF2B5EF4-FFF2-40B4-BE49-F238E27FC236}">
                <a16:creationId xmlns:a16="http://schemas.microsoft.com/office/drawing/2014/main" id="{D8BC13B0-334F-45CC-A69F-9BB1D8B6601E}"/>
              </a:ext>
            </a:extLst>
          </p:cNvPr>
          <p:cNvSpPr>
            <a:spLocks xmlns:a="http://schemas.openxmlformats.org/drawingml/2006/main" noGrp="1"/>
          </p:cNvSpPr>
          <p:nvPr/>
        </p:nvSpPr>
        <p:spPr>
          <a:xfrm xmlns:a="http://schemas.openxmlformats.org/drawingml/2006/main">
            <a:off x="1243584" y="2688336"/>
            <a:ext cx="9747504" cy="603504"/>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12700">
            <a:solidFill>
              <a:srgbClr val="D9E5EC"/>
            </a:solidFill>
            <a:prstDash val="solid"/>
          </a:ln>
        </p:spPr>
      </p:sp>
      <p:sp>
        <p:nvSpPr>
          <p:cNvPr id="14" name="Text 12">
            <a:extLst xmlns:a="http://schemas.openxmlformats.org/drawingml/2006/main">
              <a:ext uri="{FF2B5EF4-FFF2-40B4-BE49-F238E27FC236}">
                <a16:creationId xmlns:a16="http://schemas.microsoft.com/office/drawing/2014/main" id="{F10AF3BD-B2DD-4C6A-BD47-614D678859E1}"/>
              </a:ext>
            </a:extLst>
          </p:cNvPr>
          <p:cNvSpPr>
            <a:spLocks xmlns:a="http://schemas.openxmlformats.org/drawingml/2006/main" noGrp="1"/>
          </p:cNvSpPr>
          <p:nvPr/>
        </p:nvSpPr>
        <p:spPr>
          <a:xfrm xmlns:a="http://schemas.openxmlformats.org/drawingml/2006/main">
            <a:off x="1490472" y="2852928"/>
            <a:ext cx="52120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400" b="1">
                <a:solidFill>
                  <a:srgbClr val="12A79D"/>
                </a:solidFill>
                <a:latin typeface="NanumSquare"/>
                <a:ea typeface="NanumSquare"/>
                <a:cs typeface="NanumSquare"/>
              </a:rPr>
              <a:t>02</a:t>
            </a:r>
            <a:endParaRPr sz="1400"/>
          </a:p>
        </p:txBody>
      </p:sp>
      <p:sp>
        <p:nvSpPr>
          <p:cNvPr id="15" name="Text 13">
            <a:extLst xmlns:a="http://schemas.openxmlformats.org/drawingml/2006/main">
              <a:ext uri="{FF2B5EF4-FFF2-40B4-BE49-F238E27FC236}">
                <a16:creationId xmlns:a16="http://schemas.microsoft.com/office/drawing/2014/main" id="{D16288BC-410D-42B5-91FF-A60BC363CD07}"/>
              </a:ext>
            </a:extLst>
          </p:cNvPr>
          <p:cNvSpPr>
            <a:spLocks xmlns:a="http://schemas.openxmlformats.org/drawingml/2006/main" noGrp="1"/>
          </p:cNvSpPr>
          <p:nvPr/>
        </p:nvSpPr>
        <p:spPr>
          <a:xfrm xmlns:a="http://schemas.openxmlformats.org/drawingml/2006/main">
            <a:off x="2112264" y="2843784"/>
            <a:ext cx="321868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400" b="1">
                <a:solidFill>
                  <a:srgbClr val="14233E"/>
                </a:solidFill>
                <a:latin typeface="NanumSquare"/>
                <a:ea typeface="NanumSquare"/>
                <a:cs typeface="NanumSquare"/>
              </a:rPr>
              <a:t>GPT‑4.1 추출</a:t>
            </a:r>
            <a:endParaRPr sz="1400"/>
          </a:p>
        </p:txBody>
      </p:sp>
      <p:sp>
        <p:nvSpPr>
          <p:cNvPr id="16" name="Text 14">
            <a:extLst xmlns:a="http://schemas.openxmlformats.org/drawingml/2006/main">
              <a:ext uri="{FF2B5EF4-FFF2-40B4-BE49-F238E27FC236}">
                <a16:creationId xmlns:a16="http://schemas.microsoft.com/office/drawing/2014/main" id="{B3CC2903-5E65-4E6A-A8B2-61F60AD3C769}"/>
              </a:ext>
            </a:extLst>
          </p:cNvPr>
          <p:cNvSpPr>
            <a:spLocks xmlns:a="http://schemas.openxmlformats.org/drawingml/2006/main" noGrp="1"/>
          </p:cNvSpPr>
          <p:nvPr/>
        </p:nvSpPr>
        <p:spPr>
          <a:xfrm xmlns:a="http://schemas.openxmlformats.org/drawingml/2006/main">
            <a:off x="5532120" y="2852928"/>
            <a:ext cx="5056632" cy="26517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400">
                <a:solidFill>
                  <a:srgbClr val="5C6D80"/>
                </a:solidFill>
                <a:latin typeface="NanumSquare"/>
                <a:ea typeface="NanumSquare"/>
                <a:cs typeface="NanumSquare"/>
              </a:rPr>
              <a:t>발언에서 임상정보 후보 추출</a:t>
            </a:r>
            <a:endParaRPr sz="1400"/>
          </a:p>
        </p:txBody>
      </p:sp>
      <p:sp>
        <p:nvSpPr>
          <p:cNvPr id="17" name="Shape 15">
            <a:extLst xmlns:a="http://schemas.openxmlformats.org/drawingml/2006/main">
              <a:ext uri="{FF2B5EF4-FFF2-40B4-BE49-F238E27FC236}">
                <a16:creationId xmlns:a16="http://schemas.microsoft.com/office/drawing/2014/main" id="{BC436940-57D7-42C1-929F-C2C4EB559821}"/>
              </a:ext>
            </a:extLst>
          </p:cNvPr>
          <p:cNvSpPr>
            <a:spLocks xmlns:a="http://schemas.openxmlformats.org/drawingml/2006/main" noGrp="1"/>
          </p:cNvSpPr>
          <p:nvPr/>
        </p:nvSpPr>
        <p:spPr>
          <a:xfrm xmlns:a="http://schemas.openxmlformats.org/drawingml/2006/main">
            <a:off x="1243584" y="3410712"/>
            <a:ext cx="9747504" cy="603504"/>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12700">
            <a:solidFill>
              <a:srgbClr val="D9E5EC"/>
            </a:solidFill>
            <a:prstDash val="solid"/>
          </a:ln>
        </p:spPr>
      </p:sp>
      <p:sp>
        <p:nvSpPr>
          <p:cNvPr id="18" name="Text 16">
            <a:extLst xmlns:a="http://schemas.openxmlformats.org/drawingml/2006/main">
              <a:ext uri="{FF2B5EF4-FFF2-40B4-BE49-F238E27FC236}">
                <a16:creationId xmlns:a16="http://schemas.microsoft.com/office/drawing/2014/main" id="{6EC4DA32-9B34-4224-ADF2-AAC996FFE8D7}"/>
              </a:ext>
            </a:extLst>
          </p:cNvPr>
          <p:cNvSpPr>
            <a:spLocks xmlns:a="http://schemas.openxmlformats.org/drawingml/2006/main" noGrp="1"/>
          </p:cNvSpPr>
          <p:nvPr/>
        </p:nvSpPr>
        <p:spPr>
          <a:xfrm xmlns:a="http://schemas.openxmlformats.org/drawingml/2006/main">
            <a:off x="1490472" y="3575304"/>
            <a:ext cx="52120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400" b="1">
                <a:solidFill>
                  <a:srgbClr val="12A79D"/>
                </a:solidFill>
                <a:latin typeface="NanumSquare"/>
                <a:ea typeface="NanumSquare"/>
                <a:cs typeface="NanumSquare"/>
              </a:rPr>
              <a:t>03</a:t>
            </a:r>
            <a:endParaRPr sz="1400"/>
          </a:p>
        </p:txBody>
      </p:sp>
      <p:sp>
        <p:nvSpPr>
          <p:cNvPr id="19" name="Text 17">
            <a:extLst xmlns:a="http://schemas.openxmlformats.org/drawingml/2006/main">
              <a:ext uri="{FF2B5EF4-FFF2-40B4-BE49-F238E27FC236}">
                <a16:creationId xmlns:a16="http://schemas.microsoft.com/office/drawing/2014/main" id="{0F300ACC-2C8A-42C9-A6AB-D79FA4FDDC1D}"/>
              </a:ext>
            </a:extLst>
          </p:cNvPr>
          <p:cNvSpPr>
            <a:spLocks xmlns:a="http://schemas.openxmlformats.org/drawingml/2006/main" noGrp="1"/>
          </p:cNvSpPr>
          <p:nvPr/>
        </p:nvSpPr>
        <p:spPr>
          <a:xfrm xmlns:a="http://schemas.openxmlformats.org/drawingml/2006/main">
            <a:off x="2112264" y="3566160"/>
            <a:ext cx="321868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400" b="1">
                <a:solidFill>
                  <a:srgbClr val="14233E"/>
                </a:solidFill>
                <a:latin typeface="NanumSquare"/>
                <a:ea typeface="NanumSquare"/>
                <a:cs typeface="NanumSquare"/>
              </a:rPr>
              <a:t>근거 검증</a:t>
            </a:r>
            <a:endParaRPr sz="1400"/>
          </a:p>
        </p:txBody>
      </p:sp>
      <p:sp>
        <p:nvSpPr>
          <p:cNvPr id="20" name="Text 18">
            <a:extLst xmlns:a="http://schemas.openxmlformats.org/drawingml/2006/main">
              <a:ext uri="{FF2B5EF4-FFF2-40B4-BE49-F238E27FC236}">
                <a16:creationId xmlns:a16="http://schemas.microsoft.com/office/drawing/2014/main" id="{EC834950-8966-4923-BC0D-1A82B131D4BE}"/>
              </a:ext>
            </a:extLst>
          </p:cNvPr>
          <p:cNvSpPr>
            <a:spLocks xmlns:a="http://schemas.openxmlformats.org/drawingml/2006/main" noGrp="1"/>
          </p:cNvSpPr>
          <p:nvPr/>
        </p:nvSpPr>
        <p:spPr>
          <a:xfrm xmlns:a="http://schemas.openxmlformats.org/drawingml/2006/main">
            <a:off x="5532120" y="3575304"/>
            <a:ext cx="5056632" cy="26517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400">
                <a:solidFill>
                  <a:srgbClr val="5C6D80"/>
                </a:solidFill>
                <a:latin typeface="NanumSquare"/>
                <a:ea typeface="NanumSquare"/>
                <a:cs typeface="NanumSquare"/>
              </a:rPr>
              <a:t>원문·주체·시점·상태 확인</a:t>
            </a:r>
            <a:endParaRPr sz="1400"/>
          </a:p>
        </p:txBody>
      </p:sp>
      <p:sp>
        <p:nvSpPr>
          <p:cNvPr id="21" name="Shape 19">
            <a:extLst xmlns:a="http://schemas.openxmlformats.org/drawingml/2006/main">
              <a:ext uri="{FF2B5EF4-FFF2-40B4-BE49-F238E27FC236}">
                <a16:creationId xmlns:a16="http://schemas.microsoft.com/office/drawing/2014/main" id="{21984CC7-292A-490C-9C9E-DC38B4BAEC91}"/>
              </a:ext>
            </a:extLst>
          </p:cNvPr>
          <p:cNvSpPr>
            <a:spLocks xmlns:a="http://schemas.openxmlformats.org/drawingml/2006/main" noGrp="1"/>
          </p:cNvSpPr>
          <p:nvPr/>
        </p:nvSpPr>
        <p:spPr>
          <a:xfrm xmlns:a="http://schemas.openxmlformats.org/drawingml/2006/main">
            <a:off x="1243584" y="4133088"/>
            <a:ext cx="9747504" cy="603504"/>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12700">
            <a:solidFill>
              <a:srgbClr val="D9E5EC"/>
            </a:solidFill>
            <a:prstDash val="solid"/>
          </a:ln>
        </p:spPr>
      </p:sp>
      <p:sp>
        <p:nvSpPr>
          <p:cNvPr id="22" name="Text 20">
            <a:extLst xmlns:a="http://schemas.openxmlformats.org/drawingml/2006/main">
              <a:ext uri="{FF2B5EF4-FFF2-40B4-BE49-F238E27FC236}">
                <a16:creationId xmlns:a16="http://schemas.microsoft.com/office/drawing/2014/main" id="{547F58D1-CD50-46AD-99C5-C39A858FCD7B}"/>
              </a:ext>
            </a:extLst>
          </p:cNvPr>
          <p:cNvSpPr>
            <a:spLocks xmlns:a="http://schemas.openxmlformats.org/drawingml/2006/main" noGrp="1"/>
          </p:cNvSpPr>
          <p:nvPr/>
        </p:nvSpPr>
        <p:spPr>
          <a:xfrm xmlns:a="http://schemas.openxmlformats.org/drawingml/2006/main">
            <a:off x="1490472" y="4297680"/>
            <a:ext cx="52120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400" b="1">
                <a:solidFill>
                  <a:srgbClr val="12A79D"/>
                </a:solidFill>
                <a:latin typeface="NanumSquare"/>
                <a:ea typeface="NanumSquare"/>
                <a:cs typeface="NanumSquare"/>
              </a:rPr>
              <a:t>04</a:t>
            </a:r>
            <a:endParaRPr sz="1400"/>
          </a:p>
        </p:txBody>
      </p:sp>
      <p:sp>
        <p:nvSpPr>
          <p:cNvPr id="23" name="Text 21">
            <a:extLst xmlns:a="http://schemas.openxmlformats.org/drawingml/2006/main">
              <a:ext uri="{FF2B5EF4-FFF2-40B4-BE49-F238E27FC236}">
                <a16:creationId xmlns:a16="http://schemas.microsoft.com/office/drawing/2014/main" id="{1D8590E5-F232-403D-920E-0B5150FB9B42}"/>
              </a:ext>
            </a:extLst>
          </p:cNvPr>
          <p:cNvSpPr>
            <a:spLocks xmlns:a="http://schemas.openxmlformats.org/drawingml/2006/main" noGrp="1"/>
          </p:cNvSpPr>
          <p:nvPr/>
        </p:nvSpPr>
        <p:spPr>
          <a:xfrm xmlns:a="http://schemas.openxmlformats.org/drawingml/2006/main">
            <a:off x="2112264" y="4288536"/>
            <a:ext cx="321868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400" b="1">
                <a:solidFill>
                  <a:srgbClr val="14233E"/>
                </a:solidFill>
                <a:latin typeface="NanumSquare"/>
                <a:ea typeface="NanumSquare"/>
                <a:cs typeface="NanumSquare"/>
              </a:rPr>
              <a:t>Clinical Engine</a:t>
            </a:r>
            <a:endParaRPr sz="1400"/>
          </a:p>
        </p:txBody>
      </p:sp>
      <p:sp>
        <p:nvSpPr>
          <p:cNvPr id="24" name="Text 22">
            <a:extLst xmlns:a="http://schemas.openxmlformats.org/drawingml/2006/main">
              <a:ext uri="{FF2B5EF4-FFF2-40B4-BE49-F238E27FC236}">
                <a16:creationId xmlns:a16="http://schemas.microsoft.com/office/drawing/2014/main" id="{B585EA19-2AE8-4EB8-B475-5F4FF5BBC281}"/>
              </a:ext>
            </a:extLst>
          </p:cNvPr>
          <p:cNvSpPr>
            <a:spLocks xmlns:a="http://schemas.openxmlformats.org/drawingml/2006/main" noGrp="1"/>
          </p:cNvSpPr>
          <p:nvPr/>
        </p:nvSpPr>
        <p:spPr>
          <a:xfrm xmlns:a="http://schemas.openxmlformats.org/drawingml/2006/main">
            <a:off x="5532120" y="4297680"/>
            <a:ext cx="5056632" cy="26517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400">
                <a:solidFill>
                  <a:srgbClr val="5C6D80"/>
                </a:solidFill>
                <a:latin typeface="NanumSquare"/>
                <a:ea typeface="NanumSquare"/>
                <a:cs typeface="NanumSquare"/>
              </a:rPr>
              <a:t>누락 질문·사전 정의 규칙 적용</a:t>
            </a:r>
            <a:endParaRPr sz="1400"/>
          </a:p>
        </p:txBody>
      </p:sp>
      <p:sp>
        <p:nvSpPr>
          <p:cNvPr id="25" name="Shape 23">
            <a:extLst xmlns:a="http://schemas.openxmlformats.org/drawingml/2006/main">
              <a:ext uri="{FF2B5EF4-FFF2-40B4-BE49-F238E27FC236}">
                <a16:creationId xmlns:a16="http://schemas.microsoft.com/office/drawing/2014/main" id="{4C8DF411-F6DD-4EE1-81CF-667C0E732387}"/>
              </a:ext>
            </a:extLst>
          </p:cNvPr>
          <p:cNvSpPr>
            <a:spLocks xmlns:a="http://schemas.openxmlformats.org/drawingml/2006/main" noGrp="1"/>
          </p:cNvSpPr>
          <p:nvPr/>
        </p:nvSpPr>
        <p:spPr>
          <a:xfrm xmlns:a="http://schemas.openxmlformats.org/drawingml/2006/main">
            <a:off x="1243584" y="4855464"/>
            <a:ext cx="9747504" cy="603504"/>
          </a:xfrm>
          <a:prstGeom xmlns:a="http://schemas.openxmlformats.org/drawingml/2006/main" prst="roundRect">
            <a:avLst>
              <a:gd name="adj" fmla="val 27273"/>
            </a:avLst>
          </a:prstGeom>
          <a:solidFill xmlns:a="http://schemas.openxmlformats.org/drawingml/2006/main">
            <a:srgbClr val="14233E"/>
          </a:solidFill>
          <a:ln xmlns:a="http://schemas.openxmlformats.org/drawingml/2006/main" w="12700">
            <a:solidFill>
              <a:srgbClr val="14233E"/>
            </a:solidFill>
            <a:prstDash val="solid"/>
          </a:ln>
        </p:spPr>
      </p:sp>
      <p:sp>
        <p:nvSpPr>
          <p:cNvPr id="26" name="Text 24">
            <a:extLst xmlns:a="http://schemas.openxmlformats.org/drawingml/2006/main">
              <a:ext uri="{FF2B5EF4-FFF2-40B4-BE49-F238E27FC236}">
                <a16:creationId xmlns:a16="http://schemas.microsoft.com/office/drawing/2014/main" id="{A1A8E413-E990-45EE-842D-77E0BA9C9F2F}"/>
              </a:ext>
            </a:extLst>
          </p:cNvPr>
          <p:cNvSpPr>
            <a:spLocks xmlns:a="http://schemas.openxmlformats.org/drawingml/2006/main" noGrp="1"/>
          </p:cNvSpPr>
          <p:nvPr/>
        </p:nvSpPr>
        <p:spPr>
          <a:xfrm xmlns:a="http://schemas.openxmlformats.org/drawingml/2006/main">
            <a:off x="1490472" y="5020056"/>
            <a:ext cx="52120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400" b="1">
                <a:solidFill>
                  <a:srgbClr val="FFFFFF"/>
                </a:solidFill>
                <a:latin typeface="NanumSquare"/>
                <a:ea typeface="NanumSquare"/>
                <a:cs typeface="NanumSquare"/>
              </a:rPr>
              <a:t>05</a:t>
            </a:r>
            <a:endParaRPr sz="1400"/>
          </a:p>
        </p:txBody>
      </p:sp>
      <p:sp>
        <p:nvSpPr>
          <p:cNvPr id="27" name="Text 25">
            <a:extLst xmlns:a="http://schemas.openxmlformats.org/drawingml/2006/main">
              <a:ext uri="{FF2B5EF4-FFF2-40B4-BE49-F238E27FC236}">
                <a16:creationId xmlns:a16="http://schemas.microsoft.com/office/drawing/2014/main" id="{53E57EA2-1C5A-4142-A5F1-840C13C2E9EE}"/>
              </a:ext>
            </a:extLst>
          </p:cNvPr>
          <p:cNvSpPr>
            <a:spLocks xmlns:a="http://schemas.openxmlformats.org/drawingml/2006/main" noGrp="1"/>
          </p:cNvSpPr>
          <p:nvPr/>
        </p:nvSpPr>
        <p:spPr>
          <a:xfrm xmlns:a="http://schemas.openxmlformats.org/drawingml/2006/main">
            <a:off x="2112264" y="5010912"/>
            <a:ext cx="321868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400" b="1">
                <a:solidFill>
                  <a:srgbClr val="FFFFFF"/>
                </a:solidFill>
                <a:latin typeface="NanumSquare"/>
                <a:ea typeface="NanumSquare"/>
                <a:cs typeface="NanumSquare"/>
              </a:rPr>
              <a:t>동일한 InterviewState</a:t>
            </a:r>
            <a:endParaRPr sz="1400"/>
          </a:p>
        </p:txBody>
      </p:sp>
      <p:sp>
        <p:nvSpPr>
          <p:cNvPr id="28" name="Text 26">
            <a:extLst xmlns:a="http://schemas.openxmlformats.org/drawingml/2006/main">
              <a:ext uri="{FF2B5EF4-FFF2-40B4-BE49-F238E27FC236}">
                <a16:creationId xmlns:a16="http://schemas.microsoft.com/office/drawing/2014/main" id="{06A276B3-0361-4349-8002-1235AC033ABD}"/>
              </a:ext>
            </a:extLst>
          </p:cNvPr>
          <p:cNvSpPr>
            <a:spLocks xmlns:a="http://schemas.openxmlformats.org/drawingml/2006/main" noGrp="1"/>
          </p:cNvSpPr>
          <p:nvPr/>
        </p:nvSpPr>
        <p:spPr>
          <a:xfrm xmlns:a="http://schemas.openxmlformats.org/drawingml/2006/main">
            <a:off x="5532120" y="5020056"/>
            <a:ext cx="5056632" cy="26517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400">
                <a:solidFill>
                  <a:srgbClr val="FFFFFF"/>
                </a:solidFill>
                <a:latin typeface="NanumSquare"/>
                <a:ea typeface="NanumSquare"/>
                <a:cs typeface="NanumSquare"/>
              </a:rPr>
              <a:t>환자 안내 / 의료진용 Clinical Note</a:t>
            </a:r>
            <a:endParaRPr sz="1400"/>
          </a:p>
        </p:txBody>
      </p:sp>
      <p:sp>
        <p:nvSpPr>
          <p:cNvPr id="29" name="Text 27">
            <a:extLst xmlns:a="http://schemas.openxmlformats.org/drawingml/2006/main">
              <a:ext uri="{FF2B5EF4-FFF2-40B4-BE49-F238E27FC236}">
                <a16:creationId xmlns:a16="http://schemas.microsoft.com/office/drawing/2014/main" id="{BD4BCC87-3F78-4216-B270-920D4FE56251}"/>
              </a:ext>
            </a:extLst>
          </p:cNvPr>
          <p:cNvSpPr>
            <a:spLocks xmlns:a="http://schemas.openxmlformats.org/drawingml/2006/main" noGrp="1"/>
          </p:cNvSpPr>
          <p:nvPr/>
        </p:nvSpPr>
        <p:spPr>
          <a:xfrm xmlns:a="http://schemas.openxmlformats.org/drawingml/2006/main">
            <a:off x="2039112" y="5824728"/>
            <a:ext cx="826617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700" b="1">
                <a:solidFill>
                  <a:srgbClr val="12A79D"/>
                </a:solidFill>
                <a:latin typeface="NanumSquare"/>
                <a:ea typeface="NanumSquare"/>
                <a:cs typeface="NanumSquare"/>
              </a:rPr>
              <a:t>모델은 후보를 만들고, 코드는 근거·다음 질문·기록을 관리합니다.</a:t>
            </a:r>
            <a:endParaRPr sz="1700"/>
          </a:p>
        </p:txBody>
      </p:sp>
    </p:spTree>
    <p:extLst>
      <p:ext uri="{BB962C8B-B14F-4D97-AF65-F5344CB8AC3E}">
        <p14:creationId xmlns:p14="http://schemas.microsoft.com/office/powerpoint/2010/main" val="1498449190"/>
      </p:ext>
    </p:extLst>
  </p:cSld>
</p:sld>
</file>

<file path=ppt/slides/slide8.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D9A4310-600A-466D-ADE9-4DD64C9701C6}"/>
              </a:ext>
            </a:extLst>
          </p:cNvPr>
          <p:cNvSpPr>
            <a:spLocks xmlns:a="http://schemas.openxmlformats.org/drawingml/2006/main" noGrp="1"/>
          </p:cNvSpPr>
          <p:nvPr/>
        </p:nvSpPr>
        <p:spPr>
          <a:xfrm xmlns:a="http://schemas.openxmlformats.org/drawingml/2006/main">
            <a:off x="0" y="0"/>
            <a:ext cx="12191695" cy="96012"/>
          </a:xfrm>
          <a:prstGeom xmlns:a="http://schemas.openxmlformats.org/drawingml/2006/main" prst="rect">
            <a:avLst/>
          </a:prstGeom>
          <a:solidFill xmlns:a="http://schemas.openxmlformats.org/drawingml/2006/main">
            <a:srgbClr val="12A79D"/>
          </a:solidFill>
          <a:ln xmlns:a="http://schemas.openxmlformats.org/drawingml/2006/main" w="12700">
            <a:solidFill>
              <a:srgbClr val="12A79D"/>
            </a:solidFill>
            <a:prstDash val="solid"/>
          </a:ln>
        </p:spPr>
      </p:sp>
      <p:sp>
        <p:nvSpPr>
          <p:cNvPr id="3" name="Text 1">
            <a:extLst xmlns:a="http://schemas.openxmlformats.org/drawingml/2006/main">
              <a:ext uri="{FF2B5EF4-FFF2-40B4-BE49-F238E27FC236}">
                <a16:creationId xmlns:a16="http://schemas.microsoft.com/office/drawing/2014/main" id="{77918F41-DA1B-4190-9979-8E8119F91751}"/>
              </a:ext>
            </a:extLst>
          </p:cNvPr>
          <p:cNvSpPr>
            <a:spLocks xmlns:a="http://schemas.openxmlformats.org/drawingml/2006/main" noGrp="1"/>
          </p:cNvSpPr>
          <p:nvPr/>
        </p:nvSpPr>
        <p:spPr>
          <a:xfrm xmlns:a="http://schemas.openxmlformats.org/drawingml/2006/main">
            <a:off x="658368" y="301752"/>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00" b="1" spc="200">
                <a:solidFill>
                  <a:srgbClr val="12A79D"/>
                </a:solidFill>
                <a:latin typeface="NanumSquare"/>
                <a:ea typeface="NanumSquare"/>
                <a:cs typeface="NanumSquare"/>
              </a:rPr>
              <a:t>08  IMPLEMENTATION</a:t>
            </a:r>
            <a:endParaRPr sz="1000"/>
          </a:p>
        </p:txBody>
      </p:sp>
      <p:sp>
        <p:nvSpPr>
          <p:cNvPr id="4" name="Text 2">
            <a:extLst xmlns:a="http://schemas.openxmlformats.org/drawingml/2006/main">
              <a:ext uri="{FF2B5EF4-FFF2-40B4-BE49-F238E27FC236}">
                <a16:creationId xmlns:a16="http://schemas.microsoft.com/office/drawing/2014/main" id="{22B2343B-40DB-4432-8AB3-9A61D9772FEB}"/>
              </a:ext>
            </a:extLst>
          </p:cNvPr>
          <p:cNvSpPr>
            <a:spLocks xmlns:a="http://schemas.openxmlformats.org/drawingml/2006/main" noGrp="1"/>
          </p:cNvSpPr>
          <p:nvPr/>
        </p:nvSpPr>
        <p:spPr>
          <a:xfrm xmlns:a="http://schemas.openxmlformats.org/drawingml/2006/main">
            <a:off x="658368" y="722376"/>
            <a:ext cx="10972800" cy="6126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3000" b="1">
                <a:solidFill>
                  <a:srgbClr val="14233E"/>
                </a:solidFill>
                <a:latin typeface="NanumSquare"/>
                <a:ea typeface="NanumSquare"/>
                <a:cs typeface="NanumSquare"/>
              </a:rPr>
              <a:t>성인 복통 한 경로를 실제 제품으로 연결했습니다</a:t>
            </a:r>
            <a:endParaRPr sz="3000"/>
          </a:p>
        </p:txBody>
      </p:sp>
      <p:sp>
        <p:nvSpPr>
          <p:cNvPr id="5" name="Text 3">
            <a:extLst xmlns:a="http://schemas.openxmlformats.org/drawingml/2006/main">
              <a:ext uri="{FF2B5EF4-FFF2-40B4-BE49-F238E27FC236}">
                <a16:creationId xmlns:a16="http://schemas.microsoft.com/office/drawing/2014/main" id="{0453F6FE-0FA9-408B-8938-1BDD73A4FC48}"/>
              </a:ext>
            </a:extLst>
          </p:cNvPr>
          <p:cNvSpPr>
            <a:spLocks xmlns:a="http://schemas.openxmlformats.org/drawingml/2006/main" noGrp="1"/>
          </p:cNvSpPr>
          <p:nvPr/>
        </p:nvSpPr>
        <p:spPr>
          <a:xfrm xmlns:a="http://schemas.openxmlformats.org/drawingml/2006/main">
            <a:off x="685800" y="1389888"/>
            <a:ext cx="1088136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400">
                <a:solidFill>
                  <a:srgbClr val="5C6D80"/>
                </a:solidFill>
                <a:latin typeface="NanumSquare"/>
                <a:ea typeface="NanumSquare"/>
                <a:cs typeface="NanumSquare"/>
              </a:rPr>
              <a:t>현재 범위: 성인 복통 가상 문진 · 48개 CPX 주제가 모두 활성 경로인 것은 아닙니다.</a:t>
            </a:r>
            <a:endParaRPr sz="1400"/>
          </a:p>
        </p:txBody>
      </p:sp>
      <p:sp>
        <p:nvSpPr>
          <p:cNvPr id="6" name="Shape 4">
            <a:extLst xmlns:a="http://schemas.openxmlformats.org/drawingml/2006/main">
              <a:ext uri="{FF2B5EF4-FFF2-40B4-BE49-F238E27FC236}">
                <a16:creationId xmlns:a16="http://schemas.microsoft.com/office/drawing/2014/main" id="{9C7064DA-93C1-4EE4-81E7-D0A2381DE8CF}"/>
              </a:ext>
            </a:extLst>
          </p:cNvPr>
          <p:cNvSpPr>
            <a:spLocks xmlns:a="http://schemas.openxmlformats.org/drawingml/2006/main" noGrp="1"/>
          </p:cNvSpPr>
          <p:nvPr/>
        </p:nvSpPr>
        <p:spPr>
          <a:xfrm xmlns:a="http://schemas.openxmlformats.org/drawingml/2006/main">
            <a:off x="658368" y="6455664"/>
            <a:ext cx="10863072" cy="0"/>
          </a:xfrm>
          <a:prstGeom xmlns:a="http://schemas.openxmlformats.org/drawingml/2006/main" prst="line">
            <a:avLst/>
          </a:prstGeom>
          <a:noFill xmlns:a="http://schemas.openxmlformats.org/drawingml/2006/main"/>
          <a:ln xmlns:a="http://schemas.openxmlformats.org/drawingml/2006/main" w="12700">
            <a:solidFill>
              <a:srgbClr val="D9E5EC"/>
            </a:solidFill>
            <a:prstDash val="solid"/>
          </a:ln>
        </p:spPr>
      </p:sp>
      <p:sp>
        <p:nvSpPr>
          <p:cNvPr id="7" name="Text 5">
            <a:extLst xmlns:a="http://schemas.openxmlformats.org/drawingml/2006/main">
              <a:ext uri="{FF2B5EF4-FFF2-40B4-BE49-F238E27FC236}">
                <a16:creationId xmlns:a16="http://schemas.microsoft.com/office/drawing/2014/main" id="{04A56274-3257-4B18-833B-E36D26E0A2FB}"/>
              </a:ext>
            </a:extLst>
          </p:cNvPr>
          <p:cNvSpPr>
            <a:spLocks xmlns:a="http://schemas.openxmlformats.org/drawingml/2006/main" noGrp="1"/>
          </p:cNvSpPr>
          <p:nvPr/>
        </p:nvSpPr>
        <p:spPr>
          <a:xfrm xmlns:a="http://schemas.openxmlformats.org/drawingml/2006/main">
            <a:off x="694944" y="6519672"/>
            <a:ext cx="8229600" cy="17373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900">
                <a:solidFill>
                  <a:srgbClr val="5C6D80"/>
                </a:solidFill>
                <a:latin typeface="NanumSquare"/>
                <a:ea typeface="NanumSquare"/>
                <a:cs typeface="NanumSquare"/>
              </a:rPr>
              <a:t>CAREFRAME  /  CODEX HACKATHON 2026</a:t>
            </a:r>
            <a:endParaRPr sz="900"/>
          </a:p>
        </p:txBody>
      </p:sp>
      <p:sp>
        <p:nvSpPr>
          <p:cNvPr id="8" name="Text 6">
            <a:extLst xmlns:a="http://schemas.openxmlformats.org/drawingml/2006/main">
              <a:ext uri="{FF2B5EF4-FFF2-40B4-BE49-F238E27FC236}">
                <a16:creationId xmlns:a16="http://schemas.microsoft.com/office/drawing/2014/main" id="{FE787B4F-5B85-494B-B935-74C1B7458B70}"/>
              </a:ext>
            </a:extLst>
          </p:cNvPr>
          <p:cNvSpPr>
            <a:spLocks xmlns:a="http://schemas.openxmlformats.org/drawingml/2006/main" noGrp="1"/>
          </p:cNvSpPr>
          <p:nvPr/>
        </p:nvSpPr>
        <p:spPr>
          <a:xfrm xmlns:a="http://schemas.openxmlformats.org/drawingml/2006/main">
            <a:off x="10652760" y="6501384"/>
            <a:ext cx="9144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900">
                <a:solidFill>
                  <a:srgbClr val="5C6D80"/>
                </a:solidFill>
                <a:latin typeface="NanumSquare"/>
                <a:ea typeface="NanumSquare"/>
                <a:cs typeface="NanumSquare"/>
              </a:rPr>
              <a:t>08 / 10</a:t>
            </a:r>
            <a:endParaRPr sz="900"/>
          </a:p>
        </p:txBody>
      </p:sp>
      <p:sp>
        <p:nvSpPr>
          <p:cNvPr id="9" name="Shape 7">
            <a:extLst xmlns:a="http://schemas.openxmlformats.org/drawingml/2006/main">
              <a:ext uri="{FF2B5EF4-FFF2-40B4-BE49-F238E27FC236}">
                <a16:creationId xmlns:a16="http://schemas.microsoft.com/office/drawing/2014/main" id="{36ACAE47-8E54-4E77-8357-160210001B14}"/>
              </a:ext>
            </a:extLst>
          </p:cNvPr>
          <p:cNvSpPr>
            <a:spLocks xmlns:a="http://schemas.openxmlformats.org/drawingml/2006/main" noGrp="1"/>
          </p:cNvSpPr>
          <p:nvPr/>
        </p:nvSpPr>
        <p:spPr>
          <a:xfrm xmlns:a="http://schemas.openxmlformats.org/drawingml/2006/main">
            <a:off x="804672" y="2057400"/>
            <a:ext cx="5175504" cy="704088"/>
          </a:xfrm>
          <a:prstGeom xmlns:a="http://schemas.openxmlformats.org/drawingml/2006/main" prst="roundRect">
            <a:avLst>
              <a:gd name="adj" fmla="val 23377"/>
            </a:avLst>
          </a:prstGeom>
          <a:solidFill xmlns:a="http://schemas.openxmlformats.org/drawingml/2006/main">
            <a:srgbClr val="FFFFFF"/>
          </a:solidFill>
          <a:ln xmlns:a="http://schemas.openxmlformats.org/drawingml/2006/main" w="12700">
            <a:solidFill>
              <a:srgbClr val="D9E5EC"/>
            </a:solidFill>
            <a:prstDash val="solid"/>
          </a:ln>
        </p:spPr>
      </p:sp>
      <p:sp>
        <p:nvSpPr>
          <p:cNvPr id="10" name="Text 8">
            <a:extLst xmlns:a="http://schemas.openxmlformats.org/drawingml/2006/main">
              <a:ext uri="{FF2B5EF4-FFF2-40B4-BE49-F238E27FC236}">
                <a16:creationId xmlns:a16="http://schemas.microsoft.com/office/drawing/2014/main" id="{43133C6C-AB57-4FB0-9984-02A8186F82ED}"/>
              </a:ext>
            </a:extLst>
          </p:cNvPr>
          <p:cNvSpPr>
            <a:spLocks xmlns:a="http://schemas.openxmlformats.org/drawingml/2006/main" noGrp="1"/>
          </p:cNvSpPr>
          <p:nvPr/>
        </p:nvSpPr>
        <p:spPr>
          <a:xfrm xmlns:a="http://schemas.openxmlformats.org/drawingml/2006/main">
            <a:off x="1024128" y="2267712"/>
            <a:ext cx="22402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600" b="1">
                <a:solidFill>
                  <a:srgbClr val="14233E"/>
                </a:solidFill>
                <a:latin typeface="NanumSquare"/>
                <a:ea typeface="NanumSquare"/>
                <a:cs typeface="NanumSquare"/>
              </a:rPr>
              <a:t>웹 UI</a:t>
            </a:r>
            <a:endParaRPr sz="1600"/>
          </a:p>
        </p:txBody>
      </p:sp>
      <p:sp>
        <p:nvSpPr>
          <p:cNvPr id="11" name="Shape 9">
            <a:extLst xmlns:a="http://schemas.openxmlformats.org/drawingml/2006/main">
              <a:ext uri="{FF2B5EF4-FFF2-40B4-BE49-F238E27FC236}">
                <a16:creationId xmlns:a16="http://schemas.microsoft.com/office/drawing/2014/main" id="{29B3A055-B863-4037-832C-6F425B55D3D2}"/>
              </a:ext>
            </a:extLst>
          </p:cNvPr>
          <p:cNvSpPr>
            <a:spLocks xmlns:a="http://schemas.openxmlformats.org/drawingml/2006/main" noGrp="1"/>
          </p:cNvSpPr>
          <p:nvPr/>
        </p:nvSpPr>
        <p:spPr>
          <a:xfrm xmlns:a="http://schemas.openxmlformats.org/drawingml/2006/main">
            <a:off x="3593592" y="2240280"/>
            <a:ext cx="2103120" cy="320040"/>
          </a:xfrm>
          <a:prstGeom xmlns:a="http://schemas.openxmlformats.org/drawingml/2006/main" prst="roundRect">
            <a:avLst>
              <a:gd name="adj" fmla="val 51429"/>
            </a:avLst>
          </a:prstGeom>
          <a:solidFill xmlns:a="http://schemas.openxmlformats.org/drawingml/2006/main">
            <a:srgbClr val="E6F7F3"/>
          </a:solidFill>
          <a:ln xmlns:a="http://schemas.openxmlformats.org/drawingml/2006/main" w="12700">
            <a:solidFill>
              <a:srgbClr val="E6F7F3"/>
            </a:solidFill>
            <a:prstDash val="solid"/>
          </a:ln>
        </p:spPr>
      </p:sp>
      <p:sp>
        <p:nvSpPr>
          <p:cNvPr id="12" name="Text 10">
            <a:extLst xmlns:a="http://schemas.openxmlformats.org/drawingml/2006/main">
              <a:ext uri="{FF2B5EF4-FFF2-40B4-BE49-F238E27FC236}">
                <a16:creationId xmlns:a16="http://schemas.microsoft.com/office/drawing/2014/main" id="{29007B6A-65ED-46F8-817A-E817A3EE4D2F}"/>
              </a:ext>
            </a:extLst>
          </p:cNvPr>
          <p:cNvSpPr>
            <a:spLocks xmlns:a="http://schemas.openxmlformats.org/drawingml/2006/main" noGrp="1"/>
          </p:cNvSpPr>
          <p:nvPr/>
        </p:nvSpPr>
        <p:spPr>
          <a:xfrm xmlns:a="http://schemas.openxmlformats.org/drawingml/2006/main">
            <a:off x="3685032" y="2298802"/>
            <a:ext cx="19202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00" b="1">
                <a:solidFill>
                  <a:srgbClr val="12A79D"/>
                </a:solidFill>
                <a:latin typeface="NanumSquare"/>
                <a:ea typeface="NanumSquare"/>
                <a:cs typeface="NanumSquare"/>
              </a:rPr>
              <a:t>실제 HTTPS 화면</a:t>
            </a:r>
            <a:endParaRPr sz="1000"/>
          </a:p>
        </p:txBody>
      </p:sp>
      <p:sp>
        <p:nvSpPr>
          <p:cNvPr id="13" name="Shape 11">
            <a:extLst xmlns:a="http://schemas.openxmlformats.org/drawingml/2006/main">
              <a:ext uri="{FF2B5EF4-FFF2-40B4-BE49-F238E27FC236}">
                <a16:creationId xmlns:a16="http://schemas.microsoft.com/office/drawing/2014/main" id="{2ED475AE-B3CD-4384-8442-DF25D28CA9E8}"/>
              </a:ext>
            </a:extLst>
          </p:cNvPr>
          <p:cNvSpPr>
            <a:spLocks xmlns:a="http://schemas.openxmlformats.org/drawingml/2006/main" noGrp="1"/>
          </p:cNvSpPr>
          <p:nvPr/>
        </p:nvSpPr>
        <p:spPr>
          <a:xfrm xmlns:a="http://schemas.openxmlformats.org/drawingml/2006/main">
            <a:off x="6336792" y="2057400"/>
            <a:ext cx="5175504" cy="704088"/>
          </a:xfrm>
          <a:prstGeom xmlns:a="http://schemas.openxmlformats.org/drawingml/2006/main" prst="roundRect">
            <a:avLst>
              <a:gd name="adj" fmla="val 23377"/>
            </a:avLst>
          </a:prstGeom>
          <a:solidFill xmlns:a="http://schemas.openxmlformats.org/drawingml/2006/main">
            <a:srgbClr val="FFFFFF"/>
          </a:solidFill>
          <a:ln xmlns:a="http://schemas.openxmlformats.org/drawingml/2006/main" w="12700">
            <a:solidFill>
              <a:srgbClr val="D9E5EC"/>
            </a:solidFill>
            <a:prstDash val="solid"/>
          </a:ln>
        </p:spPr>
      </p:sp>
      <p:sp>
        <p:nvSpPr>
          <p:cNvPr id="14" name="Text 12">
            <a:extLst xmlns:a="http://schemas.openxmlformats.org/drawingml/2006/main">
              <a:ext uri="{FF2B5EF4-FFF2-40B4-BE49-F238E27FC236}">
                <a16:creationId xmlns:a16="http://schemas.microsoft.com/office/drawing/2014/main" id="{4F4F885C-8B41-4E57-B071-3A72C6B9F8C1}"/>
              </a:ext>
            </a:extLst>
          </p:cNvPr>
          <p:cNvSpPr>
            <a:spLocks xmlns:a="http://schemas.openxmlformats.org/drawingml/2006/main" noGrp="1"/>
          </p:cNvSpPr>
          <p:nvPr/>
        </p:nvSpPr>
        <p:spPr>
          <a:xfrm xmlns:a="http://schemas.openxmlformats.org/drawingml/2006/main">
            <a:off x="6556248" y="2267712"/>
            <a:ext cx="22402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600" b="1">
                <a:solidFill>
                  <a:srgbClr val="14233E"/>
                </a:solidFill>
                <a:latin typeface="NanumSquare"/>
                <a:ea typeface="NanumSquare"/>
                <a:cs typeface="NanumSquare"/>
              </a:rPr>
              <a:t>Realtime 음성</a:t>
            </a:r>
            <a:endParaRPr sz="1600"/>
          </a:p>
        </p:txBody>
      </p:sp>
      <p:sp>
        <p:nvSpPr>
          <p:cNvPr id="15" name="Shape 13">
            <a:extLst xmlns:a="http://schemas.openxmlformats.org/drawingml/2006/main">
              <a:ext uri="{FF2B5EF4-FFF2-40B4-BE49-F238E27FC236}">
                <a16:creationId xmlns:a16="http://schemas.microsoft.com/office/drawing/2014/main" id="{75080169-4029-41D4-87EA-5DA2C317249E}"/>
              </a:ext>
            </a:extLst>
          </p:cNvPr>
          <p:cNvSpPr>
            <a:spLocks xmlns:a="http://schemas.openxmlformats.org/drawingml/2006/main" noGrp="1"/>
          </p:cNvSpPr>
          <p:nvPr/>
        </p:nvSpPr>
        <p:spPr>
          <a:xfrm xmlns:a="http://schemas.openxmlformats.org/drawingml/2006/main">
            <a:off x="9125712" y="2240280"/>
            <a:ext cx="2103120" cy="320040"/>
          </a:xfrm>
          <a:prstGeom xmlns:a="http://schemas.openxmlformats.org/drawingml/2006/main" prst="roundRect">
            <a:avLst>
              <a:gd name="adj" fmla="val 51429"/>
            </a:avLst>
          </a:prstGeom>
          <a:solidFill xmlns:a="http://schemas.openxmlformats.org/drawingml/2006/main">
            <a:srgbClr val="E6F7F3"/>
          </a:solidFill>
          <a:ln xmlns:a="http://schemas.openxmlformats.org/drawingml/2006/main" w="12700">
            <a:solidFill>
              <a:srgbClr val="E6F7F3"/>
            </a:solidFill>
            <a:prstDash val="solid"/>
          </a:ln>
        </p:spPr>
      </p:sp>
      <p:sp>
        <p:nvSpPr>
          <p:cNvPr id="16" name="Text 14">
            <a:extLst xmlns:a="http://schemas.openxmlformats.org/drawingml/2006/main">
              <a:ext uri="{FF2B5EF4-FFF2-40B4-BE49-F238E27FC236}">
                <a16:creationId xmlns:a16="http://schemas.microsoft.com/office/drawing/2014/main" id="{809109AF-E237-43F4-9DEE-F0BD5ED1DF12}"/>
              </a:ext>
            </a:extLst>
          </p:cNvPr>
          <p:cNvSpPr>
            <a:spLocks xmlns:a="http://schemas.openxmlformats.org/drawingml/2006/main" noGrp="1"/>
          </p:cNvSpPr>
          <p:nvPr/>
        </p:nvSpPr>
        <p:spPr>
          <a:xfrm xmlns:a="http://schemas.openxmlformats.org/drawingml/2006/main">
            <a:off x="9217152" y="2298802"/>
            <a:ext cx="19202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00" b="1">
                <a:solidFill>
                  <a:srgbClr val="12A79D"/>
                </a:solidFill>
                <a:latin typeface="NanumSquare"/>
                <a:ea typeface="NanumSquare"/>
                <a:cs typeface="NanumSquare"/>
              </a:rPr>
              <a:t>연결 보고 · 전체 문답 미검증</a:t>
            </a:r>
            <a:endParaRPr sz="1000"/>
          </a:p>
        </p:txBody>
      </p:sp>
      <p:sp>
        <p:nvSpPr>
          <p:cNvPr id="17" name="Shape 15">
            <a:extLst xmlns:a="http://schemas.openxmlformats.org/drawingml/2006/main">
              <a:ext uri="{FF2B5EF4-FFF2-40B4-BE49-F238E27FC236}">
                <a16:creationId xmlns:a16="http://schemas.microsoft.com/office/drawing/2014/main" id="{E1178B2E-7CA7-43DF-B05F-8E1E59F1D847}"/>
              </a:ext>
            </a:extLst>
          </p:cNvPr>
          <p:cNvSpPr>
            <a:spLocks xmlns:a="http://schemas.openxmlformats.org/drawingml/2006/main" noGrp="1"/>
          </p:cNvSpPr>
          <p:nvPr/>
        </p:nvSpPr>
        <p:spPr>
          <a:xfrm xmlns:a="http://schemas.openxmlformats.org/drawingml/2006/main">
            <a:off x="804672" y="2926080"/>
            <a:ext cx="5175504" cy="704088"/>
          </a:xfrm>
          <a:prstGeom xmlns:a="http://schemas.openxmlformats.org/drawingml/2006/main" prst="roundRect">
            <a:avLst>
              <a:gd name="adj" fmla="val 23377"/>
            </a:avLst>
          </a:prstGeom>
          <a:solidFill xmlns:a="http://schemas.openxmlformats.org/drawingml/2006/main">
            <a:srgbClr val="FFFFFF"/>
          </a:solidFill>
          <a:ln xmlns:a="http://schemas.openxmlformats.org/drawingml/2006/main" w="12700">
            <a:solidFill>
              <a:srgbClr val="D9E5EC"/>
            </a:solidFill>
            <a:prstDash val="solid"/>
          </a:ln>
        </p:spPr>
      </p:sp>
      <p:sp>
        <p:nvSpPr>
          <p:cNvPr id="18" name="Text 16">
            <a:extLst xmlns:a="http://schemas.openxmlformats.org/drawingml/2006/main">
              <a:ext uri="{FF2B5EF4-FFF2-40B4-BE49-F238E27FC236}">
                <a16:creationId xmlns:a16="http://schemas.microsoft.com/office/drawing/2014/main" id="{48C38006-4103-4586-92BD-FD4C976EF649}"/>
              </a:ext>
            </a:extLst>
          </p:cNvPr>
          <p:cNvSpPr>
            <a:spLocks xmlns:a="http://schemas.openxmlformats.org/drawingml/2006/main" noGrp="1"/>
          </p:cNvSpPr>
          <p:nvPr/>
        </p:nvSpPr>
        <p:spPr>
          <a:xfrm xmlns:a="http://schemas.openxmlformats.org/drawingml/2006/main">
            <a:off x="1024128" y="3136392"/>
            <a:ext cx="22402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600" b="1">
                <a:solidFill>
                  <a:srgbClr val="14233E"/>
                </a:solidFill>
                <a:latin typeface="NanumSquare"/>
                <a:ea typeface="NanumSquare"/>
                <a:cs typeface="NanumSquare"/>
              </a:rPr>
              <a:t>문진 상태 관리</a:t>
            </a:r>
            <a:endParaRPr sz="1600"/>
          </a:p>
        </p:txBody>
      </p:sp>
      <p:sp>
        <p:nvSpPr>
          <p:cNvPr id="19" name="Shape 17">
            <a:extLst xmlns:a="http://schemas.openxmlformats.org/drawingml/2006/main">
              <a:ext uri="{FF2B5EF4-FFF2-40B4-BE49-F238E27FC236}">
                <a16:creationId xmlns:a16="http://schemas.microsoft.com/office/drawing/2014/main" id="{7524C85E-4273-40C6-BB89-5CD5734402BF}"/>
              </a:ext>
            </a:extLst>
          </p:cNvPr>
          <p:cNvSpPr>
            <a:spLocks xmlns:a="http://schemas.openxmlformats.org/drawingml/2006/main" noGrp="1"/>
          </p:cNvSpPr>
          <p:nvPr/>
        </p:nvSpPr>
        <p:spPr>
          <a:xfrm xmlns:a="http://schemas.openxmlformats.org/drawingml/2006/main">
            <a:off x="3593592" y="3108960"/>
            <a:ext cx="2103120" cy="320040"/>
          </a:xfrm>
          <a:prstGeom xmlns:a="http://schemas.openxmlformats.org/drawingml/2006/main" prst="roundRect">
            <a:avLst>
              <a:gd name="adj" fmla="val 51429"/>
            </a:avLst>
          </a:prstGeom>
          <a:solidFill xmlns:a="http://schemas.openxmlformats.org/drawingml/2006/main">
            <a:srgbClr val="E6F7F3"/>
          </a:solidFill>
          <a:ln xmlns:a="http://schemas.openxmlformats.org/drawingml/2006/main" w="12700">
            <a:solidFill>
              <a:srgbClr val="E6F7F3"/>
            </a:solidFill>
            <a:prstDash val="solid"/>
          </a:ln>
        </p:spPr>
      </p:sp>
      <p:sp>
        <p:nvSpPr>
          <p:cNvPr id="20" name="Text 18">
            <a:extLst xmlns:a="http://schemas.openxmlformats.org/drawingml/2006/main">
              <a:ext uri="{FF2B5EF4-FFF2-40B4-BE49-F238E27FC236}">
                <a16:creationId xmlns:a16="http://schemas.microsoft.com/office/drawing/2014/main" id="{86B604B1-FFA8-4261-9F17-731F9189EB50}"/>
              </a:ext>
            </a:extLst>
          </p:cNvPr>
          <p:cNvSpPr>
            <a:spLocks xmlns:a="http://schemas.openxmlformats.org/drawingml/2006/main" noGrp="1"/>
          </p:cNvSpPr>
          <p:nvPr/>
        </p:nvSpPr>
        <p:spPr>
          <a:xfrm xmlns:a="http://schemas.openxmlformats.org/drawingml/2006/main">
            <a:off x="3685032" y="3167482"/>
            <a:ext cx="19202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00" b="1">
                <a:solidFill>
                  <a:srgbClr val="12A79D"/>
                </a:solidFill>
                <a:latin typeface="NanumSquare"/>
                <a:ea typeface="NanumSquare"/>
                <a:cs typeface="NanumSquare"/>
              </a:rPr>
              <a:t>revision · 검토 관리</a:t>
            </a:r>
            <a:endParaRPr sz="1000"/>
          </a:p>
        </p:txBody>
      </p:sp>
      <p:sp>
        <p:nvSpPr>
          <p:cNvPr id="21" name="Shape 19">
            <a:extLst xmlns:a="http://schemas.openxmlformats.org/drawingml/2006/main">
              <a:ext uri="{FF2B5EF4-FFF2-40B4-BE49-F238E27FC236}">
                <a16:creationId xmlns:a16="http://schemas.microsoft.com/office/drawing/2014/main" id="{90C29BD4-9C09-43EC-AE10-7C851C9F469A}"/>
              </a:ext>
            </a:extLst>
          </p:cNvPr>
          <p:cNvSpPr>
            <a:spLocks xmlns:a="http://schemas.openxmlformats.org/drawingml/2006/main" noGrp="1"/>
          </p:cNvSpPr>
          <p:nvPr/>
        </p:nvSpPr>
        <p:spPr>
          <a:xfrm xmlns:a="http://schemas.openxmlformats.org/drawingml/2006/main">
            <a:off x="6336792" y="2926080"/>
            <a:ext cx="5175504" cy="704088"/>
          </a:xfrm>
          <a:prstGeom xmlns:a="http://schemas.openxmlformats.org/drawingml/2006/main" prst="roundRect">
            <a:avLst>
              <a:gd name="adj" fmla="val 23377"/>
            </a:avLst>
          </a:prstGeom>
          <a:solidFill xmlns:a="http://schemas.openxmlformats.org/drawingml/2006/main">
            <a:srgbClr val="FFFFFF"/>
          </a:solidFill>
          <a:ln xmlns:a="http://schemas.openxmlformats.org/drawingml/2006/main" w="12700">
            <a:solidFill>
              <a:srgbClr val="D9E5EC"/>
            </a:solidFill>
            <a:prstDash val="solid"/>
          </a:ln>
        </p:spPr>
      </p:sp>
      <p:sp>
        <p:nvSpPr>
          <p:cNvPr id="22" name="Text 20">
            <a:extLst xmlns:a="http://schemas.openxmlformats.org/drawingml/2006/main">
              <a:ext uri="{FF2B5EF4-FFF2-40B4-BE49-F238E27FC236}">
                <a16:creationId xmlns:a16="http://schemas.microsoft.com/office/drawing/2014/main" id="{9C1BD974-CCB6-4260-8B3C-E97A75A80554}"/>
              </a:ext>
            </a:extLst>
          </p:cNvPr>
          <p:cNvSpPr>
            <a:spLocks xmlns:a="http://schemas.openxmlformats.org/drawingml/2006/main" noGrp="1"/>
          </p:cNvSpPr>
          <p:nvPr/>
        </p:nvSpPr>
        <p:spPr>
          <a:xfrm xmlns:a="http://schemas.openxmlformats.org/drawingml/2006/main">
            <a:off x="6556248" y="3136392"/>
            <a:ext cx="22402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600" b="1">
                <a:solidFill>
                  <a:srgbClr val="14233E"/>
                </a:solidFill>
                <a:latin typeface="NanumSquare"/>
                <a:ea typeface="NanumSquare"/>
                <a:cs typeface="NanumSquare"/>
              </a:rPr>
              <a:t>임상정보 구조화</a:t>
            </a:r>
            <a:endParaRPr sz="1600"/>
          </a:p>
        </p:txBody>
      </p:sp>
      <p:sp>
        <p:nvSpPr>
          <p:cNvPr id="23" name="Shape 21">
            <a:extLst xmlns:a="http://schemas.openxmlformats.org/drawingml/2006/main">
              <a:ext uri="{FF2B5EF4-FFF2-40B4-BE49-F238E27FC236}">
                <a16:creationId xmlns:a16="http://schemas.microsoft.com/office/drawing/2014/main" id="{F61F22E8-AEDE-4877-86D2-5AAE7F85800E}"/>
              </a:ext>
            </a:extLst>
          </p:cNvPr>
          <p:cNvSpPr>
            <a:spLocks xmlns:a="http://schemas.openxmlformats.org/drawingml/2006/main" noGrp="1"/>
          </p:cNvSpPr>
          <p:nvPr/>
        </p:nvSpPr>
        <p:spPr>
          <a:xfrm xmlns:a="http://schemas.openxmlformats.org/drawingml/2006/main">
            <a:off x="9125712" y="3108960"/>
            <a:ext cx="2103120" cy="320040"/>
          </a:xfrm>
          <a:prstGeom xmlns:a="http://schemas.openxmlformats.org/drawingml/2006/main" prst="roundRect">
            <a:avLst>
              <a:gd name="adj" fmla="val 51429"/>
            </a:avLst>
          </a:prstGeom>
          <a:solidFill xmlns:a="http://schemas.openxmlformats.org/drawingml/2006/main">
            <a:srgbClr val="E6F7F3"/>
          </a:solidFill>
          <a:ln xmlns:a="http://schemas.openxmlformats.org/drawingml/2006/main" w="12700">
            <a:solidFill>
              <a:srgbClr val="E6F7F3"/>
            </a:solidFill>
            <a:prstDash val="solid"/>
          </a:ln>
        </p:spPr>
      </p:sp>
      <p:sp>
        <p:nvSpPr>
          <p:cNvPr id="24" name="Text 22">
            <a:extLst xmlns:a="http://schemas.openxmlformats.org/drawingml/2006/main">
              <a:ext uri="{FF2B5EF4-FFF2-40B4-BE49-F238E27FC236}">
                <a16:creationId xmlns:a16="http://schemas.microsoft.com/office/drawing/2014/main" id="{E4D70E29-8809-44B3-B92E-3846FB33A975}"/>
              </a:ext>
            </a:extLst>
          </p:cNvPr>
          <p:cNvSpPr>
            <a:spLocks xmlns:a="http://schemas.openxmlformats.org/drawingml/2006/main" noGrp="1"/>
          </p:cNvSpPr>
          <p:nvPr/>
        </p:nvSpPr>
        <p:spPr>
          <a:xfrm xmlns:a="http://schemas.openxmlformats.org/drawingml/2006/main">
            <a:off x="9217152" y="3167482"/>
            <a:ext cx="19202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00" b="1">
                <a:solidFill>
                  <a:srgbClr val="12A79D"/>
                </a:solidFill>
                <a:latin typeface="NanumSquare"/>
                <a:ea typeface="NanumSquare"/>
                <a:cs typeface="NanumSquare"/>
              </a:rPr>
              <a:t>실제 API 응답 확인</a:t>
            </a:r>
            <a:endParaRPr sz="1000"/>
          </a:p>
        </p:txBody>
      </p:sp>
      <p:sp>
        <p:nvSpPr>
          <p:cNvPr id="25" name="Shape 23">
            <a:extLst xmlns:a="http://schemas.openxmlformats.org/drawingml/2006/main">
              <a:ext uri="{FF2B5EF4-FFF2-40B4-BE49-F238E27FC236}">
                <a16:creationId xmlns:a16="http://schemas.microsoft.com/office/drawing/2014/main" id="{B0B4C4D6-82FF-4089-8263-17C3D29D9D9F}"/>
              </a:ext>
            </a:extLst>
          </p:cNvPr>
          <p:cNvSpPr>
            <a:spLocks xmlns:a="http://schemas.openxmlformats.org/drawingml/2006/main" noGrp="1"/>
          </p:cNvSpPr>
          <p:nvPr/>
        </p:nvSpPr>
        <p:spPr>
          <a:xfrm xmlns:a="http://schemas.openxmlformats.org/drawingml/2006/main">
            <a:off x="804672" y="3794760"/>
            <a:ext cx="5175504" cy="704088"/>
          </a:xfrm>
          <a:prstGeom xmlns:a="http://schemas.openxmlformats.org/drawingml/2006/main" prst="roundRect">
            <a:avLst>
              <a:gd name="adj" fmla="val 23377"/>
            </a:avLst>
          </a:prstGeom>
          <a:solidFill xmlns:a="http://schemas.openxmlformats.org/drawingml/2006/main">
            <a:srgbClr val="FFFFFF"/>
          </a:solidFill>
          <a:ln xmlns:a="http://schemas.openxmlformats.org/drawingml/2006/main" w="12700">
            <a:solidFill>
              <a:srgbClr val="D9E5EC"/>
            </a:solidFill>
            <a:prstDash val="solid"/>
          </a:ln>
        </p:spPr>
      </p:sp>
      <p:sp>
        <p:nvSpPr>
          <p:cNvPr id="26" name="Text 24">
            <a:extLst xmlns:a="http://schemas.openxmlformats.org/drawingml/2006/main">
              <a:ext uri="{FF2B5EF4-FFF2-40B4-BE49-F238E27FC236}">
                <a16:creationId xmlns:a16="http://schemas.microsoft.com/office/drawing/2014/main" id="{14105207-092E-4654-9A3A-3C0BC769FADE}"/>
              </a:ext>
            </a:extLst>
          </p:cNvPr>
          <p:cNvSpPr>
            <a:spLocks xmlns:a="http://schemas.openxmlformats.org/drawingml/2006/main" noGrp="1"/>
          </p:cNvSpPr>
          <p:nvPr/>
        </p:nvSpPr>
        <p:spPr>
          <a:xfrm xmlns:a="http://schemas.openxmlformats.org/drawingml/2006/main">
            <a:off x="1024128" y="4005072"/>
            <a:ext cx="22402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600" b="1">
                <a:solidFill>
                  <a:srgbClr val="14233E"/>
                </a:solidFill>
                <a:latin typeface="NanumSquare"/>
                <a:ea typeface="NanumSquare"/>
                <a:cs typeface="NanumSquare"/>
              </a:rPr>
              <a:t>Clinical Note</a:t>
            </a:r>
            <a:endParaRPr sz="1600"/>
          </a:p>
        </p:txBody>
      </p:sp>
      <p:sp>
        <p:nvSpPr>
          <p:cNvPr id="27" name="Shape 25">
            <a:extLst xmlns:a="http://schemas.openxmlformats.org/drawingml/2006/main">
              <a:ext uri="{FF2B5EF4-FFF2-40B4-BE49-F238E27FC236}">
                <a16:creationId xmlns:a16="http://schemas.microsoft.com/office/drawing/2014/main" id="{7B539EBA-CCA4-4ABA-9D70-9A06407904D1}"/>
              </a:ext>
            </a:extLst>
          </p:cNvPr>
          <p:cNvSpPr>
            <a:spLocks xmlns:a="http://schemas.openxmlformats.org/drawingml/2006/main" noGrp="1"/>
          </p:cNvSpPr>
          <p:nvPr/>
        </p:nvSpPr>
        <p:spPr>
          <a:xfrm xmlns:a="http://schemas.openxmlformats.org/drawingml/2006/main">
            <a:off x="3593592" y="3977640"/>
            <a:ext cx="2103120" cy="320040"/>
          </a:xfrm>
          <a:prstGeom xmlns:a="http://schemas.openxmlformats.org/drawingml/2006/main" prst="roundRect">
            <a:avLst>
              <a:gd name="adj" fmla="val 51429"/>
            </a:avLst>
          </a:prstGeom>
          <a:solidFill xmlns:a="http://schemas.openxmlformats.org/drawingml/2006/main">
            <a:srgbClr val="E6F7F3"/>
          </a:solidFill>
          <a:ln xmlns:a="http://schemas.openxmlformats.org/drawingml/2006/main" w="12700">
            <a:solidFill>
              <a:srgbClr val="E6F7F3"/>
            </a:solidFill>
            <a:prstDash val="solid"/>
          </a:ln>
        </p:spPr>
      </p:sp>
      <p:sp>
        <p:nvSpPr>
          <p:cNvPr id="28" name="Text 26">
            <a:extLst xmlns:a="http://schemas.openxmlformats.org/drawingml/2006/main">
              <a:ext uri="{FF2B5EF4-FFF2-40B4-BE49-F238E27FC236}">
                <a16:creationId xmlns:a16="http://schemas.microsoft.com/office/drawing/2014/main" id="{9807B6E6-BDB3-432C-B125-B50177F7A5F6}"/>
              </a:ext>
            </a:extLst>
          </p:cNvPr>
          <p:cNvSpPr>
            <a:spLocks xmlns:a="http://schemas.openxmlformats.org/drawingml/2006/main" noGrp="1"/>
          </p:cNvSpPr>
          <p:nvPr/>
        </p:nvSpPr>
        <p:spPr>
          <a:xfrm xmlns:a="http://schemas.openxmlformats.org/drawingml/2006/main">
            <a:off x="3685032" y="4036162"/>
            <a:ext cx="19202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00" b="1">
                <a:solidFill>
                  <a:srgbClr val="12A79D"/>
                </a:solidFill>
                <a:latin typeface="NanumSquare"/>
                <a:ea typeface="NanumSquare"/>
                <a:cs typeface="NanumSquare"/>
              </a:rPr>
              <a:t>가상 브라우저 확인</a:t>
            </a:r>
            <a:endParaRPr sz="1000"/>
          </a:p>
        </p:txBody>
      </p:sp>
      <p:sp>
        <p:nvSpPr>
          <p:cNvPr id="29" name="Shape 27">
            <a:extLst xmlns:a="http://schemas.openxmlformats.org/drawingml/2006/main">
              <a:ext uri="{FF2B5EF4-FFF2-40B4-BE49-F238E27FC236}">
                <a16:creationId xmlns:a16="http://schemas.microsoft.com/office/drawing/2014/main" id="{791F750D-B500-4460-9BFD-BE999710C4CD}"/>
              </a:ext>
            </a:extLst>
          </p:cNvPr>
          <p:cNvSpPr>
            <a:spLocks xmlns:a="http://schemas.openxmlformats.org/drawingml/2006/main" noGrp="1"/>
          </p:cNvSpPr>
          <p:nvPr/>
        </p:nvSpPr>
        <p:spPr>
          <a:xfrm xmlns:a="http://schemas.openxmlformats.org/drawingml/2006/main">
            <a:off x="6336792" y="3794760"/>
            <a:ext cx="5175504" cy="704088"/>
          </a:xfrm>
          <a:prstGeom xmlns:a="http://schemas.openxmlformats.org/drawingml/2006/main" prst="roundRect">
            <a:avLst>
              <a:gd name="adj" fmla="val 23377"/>
            </a:avLst>
          </a:prstGeom>
          <a:solidFill xmlns:a="http://schemas.openxmlformats.org/drawingml/2006/main">
            <a:srgbClr val="FFFFFF"/>
          </a:solidFill>
          <a:ln xmlns:a="http://schemas.openxmlformats.org/drawingml/2006/main" w="12700">
            <a:solidFill>
              <a:srgbClr val="D9E5EC"/>
            </a:solidFill>
            <a:prstDash val="solid"/>
          </a:ln>
        </p:spPr>
      </p:sp>
      <p:sp>
        <p:nvSpPr>
          <p:cNvPr id="30" name="Text 28">
            <a:extLst xmlns:a="http://schemas.openxmlformats.org/drawingml/2006/main">
              <a:ext uri="{FF2B5EF4-FFF2-40B4-BE49-F238E27FC236}">
                <a16:creationId xmlns:a16="http://schemas.microsoft.com/office/drawing/2014/main" id="{860BCC9D-E93F-4AED-BC47-3B6F9DE5559D}"/>
              </a:ext>
            </a:extLst>
          </p:cNvPr>
          <p:cNvSpPr>
            <a:spLocks xmlns:a="http://schemas.openxmlformats.org/drawingml/2006/main" noGrp="1"/>
          </p:cNvSpPr>
          <p:nvPr/>
        </p:nvSpPr>
        <p:spPr>
          <a:xfrm xmlns:a="http://schemas.openxmlformats.org/drawingml/2006/main">
            <a:off x="6556248" y="4005072"/>
            <a:ext cx="22402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600" b="1">
                <a:solidFill>
                  <a:srgbClr val="14233E"/>
                </a:solidFill>
                <a:latin typeface="NanumSquare"/>
                <a:ea typeface="NanumSquare"/>
                <a:cs typeface="NanumSquare"/>
              </a:rPr>
              <a:t>A4 출력·복사</a:t>
            </a:r>
            <a:endParaRPr sz="1600"/>
          </a:p>
        </p:txBody>
      </p:sp>
      <p:sp>
        <p:nvSpPr>
          <p:cNvPr id="31" name="Shape 29">
            <a:extLst xmlns:a="http://schemas.openxmlformats.org/drawingml/2006/main">
              <a:ext uri="{FF2B5EF4-FFF2-40B4-BE49-F238E27FC236}">
                <a16:creationId xmlns:a16="http://schemas.microsoft.com/office/drawing/2014/main" id="{8CED93BF-F68B-43B4-BE1A-EC97958F0F9A}"/>
              </a:ext>
            </a:extLst>
          </p:cNvPr>
          <p:cNvSpPr>
            <a:spLocks xmlns:a="http://schemas.openxmlformats.org/drawingml/2006/main" noGrp="1"/>
          </p:cNvSpPr>
          <p:nvPr/>
        </p:nvSpPr>
        <p:spPr>
          <a:xfrm xmlns:a="http://schemas.openxmlformats.org/drawingml/2006/main">
            <a:off x="9125712" y="3977640"/>
            <a:ext cx="2103120" cy="320040"/>
          </a:xfrm>
          <a:prstGeom xmlns:a="http://schemas.openxmlformats.org/drawingml/2006/main" prst="roundRect">
            <a:avLst>
              <a:gd name="adj" fmla="val 51429"/>
            </a:avLst>
          </a:prstGeom>
          <a:solidFill xmlns:a="http://schemas.openxmlformats.org/drawingml/2006/main">
            <a:srgbClr val="E6F7F3"/>
          </a:solidFill>
          <a:ln xmlns:a="http://schemas.openxmlformats.org/drawingml/2006/main" w="12700">
            <a:solidFill>
              <a:srgbClr val="E6F7F3"/>
            </a:solidFill>
            <a:prstDash val="solid"/>
          </a:ln>
        </p:spPr>
      </p:sp>
      <p:sp>
        <p:nvSpPr>
          <p:cNvPr id="32" name="Text 30">
            <a:extLst xmlns:a="http://schemas.openxmlformats.org/drawingml/2006/main">
              <a:ext uri="{FF2B5EF4-FFF2-40B4-BE49-F238E27FC236}">
                <a16:creationId xmlns:a16="http://schemas.microsoft.com/office/drawing/2014/main" id="{9695E593-83DA-497D-8688-3B4830DFBA09}"/>
              </a:ext>
            </a:extLst>
          </p:cNvPr>
          <p:cNvSpPr>
            <a:spLocks xmlns:a="http://schemas.openxmlformats.org/drawingml/2006/main" noGrp="1"/>
          </p:cNvSpPr>
          <p:nvPr/>
        </p:nvSpPr>
        <p:spPr>
          <a:xfrm xmlns:a="http://schemas.openxmlformats.org/drawingml/2006/main">
            <a:off x="9217152" y="4036162"/>
            <a:ext cx="19202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00" b="1">
                <a:solidFill>
                  <a:srgbClr val="12A79D"/>
                </a:solidFill>
                <a:latin typeface="NanumSquare"/>
                <a:ea typeface="NanumSquare"/>
                <a:cs typeface="NanumSquare"/>
              </a:rPr>
              <a:t>복사 구현 · 인쇄 미검증</a:t>
            </a:r>
            <a:endParaRPr sz="1000"/>
          </a:p>
        </p:txBody>
      </p:sp>
      <p:sp>
        <p:nvSpPr>
          <p:cNvPr id="33" name="Shape 31">
            <a:extLst xmlns:a="http://schemas.openxmlformats.org/drawingml/2006/main">
              <a:ext uri="{FF2B5EF4-FFF2-40B4-BE49-F238E27FC236}">
                <a16:creationId xmlns:a16="http://schemas.microsoft.com/office/drawing/2014/main" id="{A17B8E67-E72D-41D2-836B-63870966FB5E}"/>
              </a:ext>
            </a:extLst>
          </p:cNvPr>
          <p:cNvSpPr>
            <a:spLocks xmlns:a="http://schemas.openxmlformats.org/drawingml/2006/main" noGrp="1"/>
          </p:cNvSpPr>
          <p:nvPr/>
        </p:nvSpPr>
        <p:spPr>
          <a:xfrm xmlns:a="http://schemas.openxmlformats.org/drawingml/2006/main">
            <a:off x="804672" y="4663440"/>
            <a:ext cx="5175504" cy="704088"/>
          </a:xfrm>
          <a:prstGeom xmlns:a="http://schemas.openxmlformats.org/drawingml/2006/main" prst="roundRect">
            <a:avLst>
              <a:gd name="adj" fmla="val 23377"/>
            </a:avLst>
          </a:prstGeom>
          <a:solidFill xmlns:a="http://schemas.openxmlformats.org/drawingml/2006/main">
            <a:srgbClr val="FFFFFF"/>
          </a:solidFill>
          <a:ln xmlns:a="http://schemas.openxmlformats.org/drawingml/2006/main" w="12700">
            <a:solidFill>
              <a:srgbClr val="D9E5EC"/>
            </a:solidFill>
            <a:prstDash val="solid"/>
          </a:ln>
        </p:spPr>
      </p:sp>
      <p:sp>
        <p:nvSpPr>
          <p:cNvPr id="34" name="Text 32">
            <a:extLst xmlns:a="http://schemas.openxmlformats.org/drawingml/2006/main">
              <a:ext uri="{FF2B5EF4-FFF2-40B4-BE49-F238E27FC236}">
                <a16:creationId xmlns:a16="http://schemas.microsoft.com/office/drawing/2014/main" id="{48C6DAFF-AE3D-49EA-BE34-11B45AD76F85}"/>
              </a:ext>
            </a:extLst>
          </p:cNvPr>
          <p:cNvSpPr>
            <a:spLocks xmlns:a="http://schemas.openxmlformats.org/drawingml/2006/main" noGrp="1"/>
          </p:cNvSpPr>
          <p:nvPr/>
        </p:nvSpPr>
        <p:spPr>
          <a:xfrm xmlns:a="http://schemas.openxmlformats.org/drawingml/2006/main">
            <a:off x="1024128" y="4873752"/>
            <a:ext cx="22402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600" b="1">
                <a:solidFill>
                  <a:srgbClr val="14233E"/>
                </a:solidFill>
                <a:latin typeface="NanumSquare"/>
                <a:ea typeface="NanumSquare"/>
                <a:cs typeface="NanumSquare"/>
              </a:rPr>
              <a:t>위험 신호 처리</a:t>
            </a:r>
            <a:endParaRPr sz="1600"/>
          </a:p>
        </p:txBody>
      </p:sp>
      <p:sp>
        <p:nvSpPr>
          <p:cNvPr id="35" name="Shape 33">
            <a:extLst xmlns:a="http://schemas.openxmlformats.org/drawingml/2006/main">
              <a:ext uri="{FF2B5EF4-FFF2-40B4-BE49-F238E27FC236}">
                <a16:creationId xmlns:a16="http://schemas.microsoft.com/office/drawing/2014/main" id="{5D44F094-8899-46F2-8AE6-B8FAA41B36AE}"/>
              </a:ext>
            </a:extLst>
          </p:cNvPr>
          <p:cNvSpPr>
            <a:spLocks xmlns:a="http://schemas.openxmlformats.org/drawingml/2006/main" noGrp="1"/>
          </p:cNvSpPr>
          <p:nvPr/>
        </p:nvSpPr>
        <p:spPr>
          <a:xfrm xmlns:a="http://schemas.openxmlformats.org/drawingml/2006/main">
            <a:off x="3593592" y="4846320"/>
            <a:ext cx="2103120" cy="320040"/>
          </a:xfrm>
          <a:prstGeom xmlns:a="http://schemas.openxmlformats.org/drawingml/2006/main" prst="roundRect">
            <a:avLst>
              <a:gd name="adj" fmla="val 51429"/>
            </a:avLst>
          </a:prstGeom>
          <a:solidFill xmlns:a="http://schemas.openxmlformats.org/drawingml/2006/main">
            <a:srgbClr val="E6F7F3"/>
          </a:solidFill>
          <a:ln xmlns:a="http://schemas.openxmlformats.org/drawingml/2006/main" w="12700">
            <a:solidFill>
              <a:srgbClr val="E6F7F3"/>
            </a:solidFill>
            <a:prstDash val="solid"/>
          </a:ln>
        </p:spPr>
      </p:sp>
      <p:sp>
        <p:nvSpPr>
          <p:cNvPr id="36" name="Text 34">
            <a:extLst xmlns:a="http://schemas.openxmlformats.org/drawingml/2006/main">
              <a:ext uri="{FF2B5EF4-FFF2-40B4-BE49-F238E27FC236}">
                <a16:creationId xmlns:a16="http://schemas.microsoft.com/office/drawing/2014/main" id="{EDB6F91B-42D7-4DFD-B6C6-8AD168B19539}"/>
              </a:ext>
            </a:extLst>
          </p:cNvPr>
          <p:cNvSpPr>
            <a:spLocks xmlns:a="http://schemas.openxmlformats.org/drawingml/2006/main" noGrp="1"/>
          </p:cNvSpPr>
          <p:nvPr/>
        </p:nvSpPr>
        <p:spPr>
          <a:xfrm xmlns:a="http://schemas.openxmlformats.org/drawingml/2006/main">
            <a:off x="3685032" y="4904842"/>
            <a:ext cx="19202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00" b="1">
                <a:solidFill>
                  <a:srgbClr val="12A79D"/>
                </a:solidFill>
                <a:latin typeface="NanumSquare"/>
                <a:ea typeface="NanumSquare"/>
                <a:cs typeface="NanumSquare"/>
              </a:rPr>
              <a:t>코드 구현 · 임상 미검증</a:t>
            </a:r>
            <a:endParaRPr sz="1000"/>
          </a:p>
        </p:txBody>
      </p:sp>
      <p:sp>
        <p:nvSpPr>
          <p:cNvPr id="37" name="Shape 35">
            <a:extLst xmlns:a="http://schemas.openxmlformats.org/drawingml/2006/main">
              <a:ext uri="{FF2B5EF4-FFF2-40B4-BE49-F238E27FC236}">
                <a16:creationId xmlns:a16="http://schemas.microsoft.com/office/drawing/2014/main" id="{5E4C2E71-C0C0-42D3-BCD9-240E5CFCE477}"/>
              </a:ext>
            </a:extLst>
          </p:cNvPr>
          <p:cNvSpPr>
            <a:spLocks xmlns:a="http://schemas.openxmlformats.org/drawingml/2006/main" noGrp="1"/>
          </p:cNvSpPr>
          <p:nvPr/>
        </p:nvSpPr>
        <p:spPr>
          <a:xfrm xmlns:a="http://schemas.openxmlformats.org/drawingml/2006/main">
            <a:off x="6336792" y="4663440"/>
            <a:ext cx="5175504" cy="704088"/>
          </a:xfrm>
          <a:prstGeom xmlns:a="http://schemas.openxmlformats.org/drawingml/2006/main" prst="roundRect">
            <a:avLst>
              <a:gd name="adj" fmla="val 23377"/>
            </a:avLst>
          </a:prstGeom>
          <a:solidFill xmlns:a="http://schemas.openxmlformats.org/drawingml/2006/main">
            <a:srgbClr val="FFFFFF"/>
          </a:solidFill>
          <a:ln xmlns:a="http://schemas.openxmlformats.org/drawingml/2006/main" w="12700">
            <a:solidFill>
              <a:srgbClr val="D9E5EC"/>
            </a:solidFill>
            <a:prstDash val="solid"/>
          </a:ln>
        </p:spPr>
      </p:sp>
      <p:sp>
        <p:nvSpPr>
          <p:cNvPr id="38" name="Text 36">
            <a:extLst xmlns:a="http://schemas.openxmlformats.org/drawingml/2006/main">
              <a:ext uri="{FF2B5EF4-FFF2-40B4-BE49-F238E27FC236}">
                <a16:creationId xmlns:a16="http://schemas.microsoft.com/office/drawing/2014/main" id="{9A4C2FC8-3219-477D-A0F8-A37DA83AE377}"/>
              </a:ext>
            </a:extLst>
          </p:cNvPr>
          <p:cNvSpPr>
            <a:spLocks xmlns:a="http://schemas.openxmlformats.org/drawingml/2006/main" noGrp="1"/>
          </p:cNvSpPr>
          <p:nvPr/>
        </p:nvSpPr>
        <p:spPr>
          <a:xfrm xmlns:a="http://schemas.openxmlformats.org/drawingml/2006/main">
            <a:off x="6556248" y="4873752"/>
            <a:ext cx="22402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600" b="1">
                <a:solidFill>
                  <a:srgbClr val="14233E"/>
                </a:solidFill>
                <a:latin typeface="NanumSquare"/>
                <a:ea typeface="NanumSquare"/>
                <a:cs typeface="NanumSquare"/>
              </a:rPr>
              <a:t>전체 음성 문답</a:t>
            </a:r>
            <a:endParaRPr sz="1600"/>
          </a:p>
        </p:txBody>
      </p:sp>
      <p:sp>
        <p:nvSpPr>
          <p:cNvPr id="39" name="Shape 37">
            <a:extLst xmlns:a="http://schemas.openxmlformats.org/drawingml/2006/main">
              <a:ext uri="{FF2B5EF4-FFF2-40B4-BE49-F238E27FC236}">
                <a16:creationId xmlns:a16="http://schemas.microsoft.com/office/drawing/2014/main" id="{9392A12D-4036-4ED3-8A40-986F1850A64C}"/>
              </a:ext>
            </a:extLst>
          </p:cNvPr>
          <p:cNvSpPr>
            <a:spLocks xmlns:a="http://schemas.openxmlformats.org/drawingml/2006/main" noGrp="1"/>
          </p:cNvSpPr>
          <p:nvPr/>
        </p:nvSpPr>
        <p:spPr>
          <a:xfrm xmlns:a="http://schemas.openxmlformats.org/drawingml/2006/main">
            <a:off x="9125712" y="4846320"/>
            <a:ext cx="2103120" cy="320040"/>
          </a:xfrm>
          <a:prstGeom xmlns:a="http://schemas.openxmlformats.org/drawingml/2006/main" prst="roundRect">
            <a:avLst>
              <a:gd name="adj" fmla="val 51429"/>
            </a:avLst>
          </a:prstGeom>
          <a:solidFill xmlns:a="http://schemas.openxmlformats.org/drawingml/2006/main">
            <a:srgbClr val="E6F7F3"/>
          </a:solidFill>
          <a:ln xmlns:a="http://schemas.openxmlformats.org/drawingml/2006/main" w="12700">
            <a:solidFill>
              <a:srgbClr val="E6F7F3"/>
            </a:solidFill>
            <a:prstDash val="solid"/>
          </a:ln>
        </p:spPr>
      </p:sp>
      <p:sp>
        <p:nvSpPr>
          <p:cNvPr id="40" name="Text 38">
            <a:extLst xmlns:a="http://schemas.openxmlformats.org/drawingml/2006/main">
              <a:ext uri="{FF2B5EF4-FFF2-40B4-BE49-F238E27FC236}">
                <a16:creationId xmlns:a16="http://schemas.microsoft.com/office/drawing/2014/main" id="{387D9C1E-8DA7-460E-B917-38DCBC079877}"/>
              </a:ext>
            </a:extLst>
          </p:cNvPr>
          <p:cNvSpPr>
            <a:spLocks xmlns:a="http://schemas.openxmlformats.org/drawingml/2006/main" noGrp="1"/>
          </p:cNvSpPr>
          <p:nvPr/>
        </p:nvSpPr>
        <p:spPr>
          <a:xfrm xmlns:a="http://schemas.openxmlformats.org/drawingml/2006/main">
            <a:off x="9217152" y="4904842"/>
            <a:ext cx="19202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00" b="1">
                <a:solidFill>
                  <a:srgbClr val="C85D51"/>
                </a:solidFill>
                <a:latin typeface="NanumSquare"/>
                <a:ea typeface="NanumSquare"/>
                <a:cs typeface="NanumSquare"/>
              </a:rPr>
              <a:t>마이크 E2E 미검증</a:t>
            </a:r>
            <a:endParaRPr sz="1000"/>
          </a:p>
        </p:txBody>
      </p:sp>
      <p:sp>
        <p:nvSpPr>
          <p:cNvPr id="41" name="Text 39">
            <a:extLst xmlns:a="http://schemas.openxmlformats.org/drawingml/2006/main">
              <a:ext uri="{FF2B5EF4-FFF2-40B4-BE49-F238E27FC236}">
                <a16:creationId xmlns:a16="http://schemas.microsoft.com/office/drawing/2014/main" id="{3F033054-C699-45DB-8A59-B77E2CA13D93}"/>
              </a:ext>
            </a:extLst>
          </p:cNvPr>
          <p:cNvSpPr>
            <a:spLocks xmlns:a="http://schemas.openxmlformats.org/drawingml/2006/main" noGrp="1"/>
          </p:cNvSpPr>
          <p:nvPr/>
        </p:nvSpPr>
        <p:spPr>
          <a:xfrm xmlns:a="http://schemas.openxmlformats.org/drawingml/2006/main">
            <a:off x="850392" y="5760720"/>
            <a:ext cx="105613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500" b="1">
                <a:solidFill>
                  <a:srgbClr val="C85D51"/>
                </a:solidFill>
                <a:latin typeface="NanumSquare"/>
                <a:ea typeface="NanumSquare"/>
                <a:cs typeface="NanumSquare"/>
              </a:rPr>
              <a:t>첫 도입 가설: 외래 사전문진 · 48개 CPX 카탈로그가 48개 작동 경로는 아닙니다.</a:t>
            </a:r>
            <a:endParaRPr sz="1500"/>
          </a:p>
        </p:txBody>
      </p:sp>
    </p:spTree>
    <p:extLst>
      <p:ext uri="{BB962C8B-B14F-4D97-AF65-F5344CB8AC3E}">
        <p14:creationId xmlns:p14="http://schemas.microsoft.com/office/powerpoint/2010/main" val="262908621"/>
      </p:ext>
    </p:extLst>
  </p:cSld>
</p:sld>
</file>

<file path=ppt/slides/slide9.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941A788-F3F5-4487-B6D5-A3F1F8BA7CA0}"/>
              </a:ext>
            </a:extLst>
          </p:cNvPr>
          <p:cNvSpPr>
            <a:spLocks xmlns:a="http://schemas.openxmlformats.org/drawingml/2006/main" noGrp="1"/>
          </p:cNvSpPr>
          <p:nvPr/>
        </p:nvSpPr>
        <p:spPr>
          <a:xfrm xmlns:a="http://schemas.openxmlformats.org/drawingml/2006/main">
            <a:off x="0" y="0"/>
            <a:ext cx="12191695" cy="96012"/>
          </a:xfrm>
          <a:prstGeom xmlns:a="http://schemas.openxmlformats.org/drawingml/2006/main" prst="rect">
            <a:avLst/>
          </a:prstGeom>
          <a:solidFill xmlns:a="http://schemas.openxmlformats.org/drawingml/2006/main">
            <a:srgbClr val="12A79D"/>
          </a:solidFill>
          <a:ln xmlns:a="http://schemas.openxmlformats.org/drawingml/2006/main" w="12700">
            <a:solidFill>
              <a:srgbClr val="12A79D"/>
            </a:solidFill>
            <a:prstDash val="solid"/>
          </a:ln>
        </p:spPr>
      </p:sp>
      <p:sp>
        <p:nvSpPr>
          <p:cNvPr id="3" name="Text 1">
            <a:extLst xmlns:a="http://schemas.openxmlformats.org/drawingml/2006/main">
              <a:ext uri="{FF2B5EF4-FFF2-40B4-BE49-F238E27FC236}">
                <a16:creationId xmlns:a16="http://schemas.microsoft.com/office/drawing/2014/main" id="{24ADAB9B-862F-4A63-B98C-0DC9FEF25A41}"/>
              </a:ext>
            </a:extLst>
          </p:cNvPr>
          <p:cNvSpPr>
            <a:spLocks xmlns:a="http://schemas.openxmlformats.org/drawingml/2006/main" noGrp="1"/>
          </p:cNvSpPr>
          <p:nvPr/>
        </p:nvSpPr>
        <p:spPr>
          <a:xfrm xmlns:a="http://schemas.openxmlformats.org/drawingml/2006/main">
            <a:off x="658368" y="301752"/>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b="1" spc="200">
                <a:solidFill>
                  <a:srgbClr val="12A79D"/>
                </a:solidFill>
                <a:latin typeface="NanumSquare"/>
                <a:ea typeface="NanumSquare"/>
                <a:cs typeface="NanumSquare"/>
              </a:rPr>
              <a:t>09  PROOF &amp; ITERATION</a:t>
            </a:r>
            <a:endParaRPr sz="1000"/>
          </a:p>
        </p:txBody>
      </p:sp>
      <p:sp>
        <p:nvSpPr>
          <p:cNvPr id="4" name="Text 2">
            <a:extLst xmlns:a="http://schemas.openxmlformats.org/drawingml/2006/main">
              <a:ext uri="{FF2B5EF4-FFF2-40B4-BE49-F238E27FC236}">
                <a16:creationId xmlns:a16="http://schemas.microsoft.com/office/drawing/2014/main" id="{F6DE4C5B-7E88-4BB6-A224-D3128B0EC447}"/>
              </a:ext>
            </a:extLst>
          </p:cNvPr>
          <p:cNvSpPr>
            <a:spLocks xmlns:a="http://schemas.openxmlformats.org/drawingml/2006/main" noGrp="1"/>
          </p:cNvSpPr>
          <p:nvPr/>
        </p:nvSpPr>
        <p:spPr>
          <a:xfrm xmlns:a="http://schemas.openxmlformats.org/drawingml/2006/main">
            <a:off x="658368" y="722376"/>
            <a:ext cx="10972800" cy="6126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3000" b="1">
                <a:solidFill>
                  <a:srgbClr val="14233E"/>
                </a:solidFill>
                <a:latin typeface="NanumSquare"/>
                <a:ea typeface="NanumSquare"/>
                <a:cs typeface="NanumSquare"/>
              </a:rPr>
              <a:t>실패를 재현하고, 수정 결과를 회귀 테스트했습니다</a:t>
            </a:r>
            <a:endParaRPr sz="3000"/>
          </a:p>
        </p:txBody>
      </p:sp>
      <p:sp>
        <p:nvSpPr>
          <p:cNvPr id="5" name="Text 3">
            <a:extLst xmlns:a="http://schemas.openxmlformats.org/drawingml/2006/main">
              <a:ext uri="{FF2B5EF4-FFF2-40B4-BE49-F238E27FC236}">
                <a16:creationId xmlns:a16="http://schemas.microsoft.com/office/drawing/2014/main" id="{31B59CE1-B42D-4C25-9447-3B206B0A88A6}"/>
              </a:ext>
            </a:extLst>
          </p:cNvPr>
          <p:cNvSpPr>
            <a:spLocks xmlns:a="http://schemas.openxmlformats.org/drawingml/2006/main" noGrp="1"/>
          </p:cNvSpPr>
          <p:nvPr/>
        </p:nvSpPr>
        <p:spPr>
          <a:xfrm xmlns:a="http://schemas.openxmlformats.org/drawingml/2006/main">
            <a:off x="685800" y="1389888"/>
            <a:ext cx="1088136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400">
                <a:solidFill>
                  <a:srgbClr val="5C6D80"/>
                </a:solidFill>
                <a:latin typeface="NanumSquare"/>
                <a:ea typeface="NanumSquare"/>
                <a:cs typeface="NanumSquare"/>
              </a:rPr>
              <a:t>작동하는 결과물과 실패를 고친 과정을 함께 보여드립니다.</a:t>
            </a:r>
            <a:endParaRPr sz="1400"/>
          </a:p>
        </p:txBody>
      </p:sp>
      <p:sp>
        <p:nvSpPr>
          <p:cNvPr id="6" name="Shape 4">
            <a:extLst xmlns:a="http://schemas.openxmlformats.org/drawingml/2006/main">
              <a:ext uri="{FF2B5EF4-FFF2-40B4-BE49-F238E27FC236}">
                <a16:creationId xmlns:a16="http://schemas.microsoft.com/office/drawing/2014/main" id="{8E98E2DB-6ED8-4CEF-B342-FDFD74E480CE}"/>
              </a:ext>
            </a:extLst>
          </p:cNvPr>
          <p:cNvSpPr>
            <a:spLocks xmlns:a="http://schemas.openxmlformats.org/drawingml/2006/main" noGrp="1"/>
          </p:cNvSpPr>
          <p:nvPr/>
        </p:nvSpPr>
        <p:spPr>
          <a:xfrm xmlns:a="http://schemas.openxmlformats.org/drawingml/2006/main">
            <a:off x="658368" y="6455664"/>
            <a:ext cx="10863072" cy="0"/>
          </a:xfrm>
          <a:prstGeom xmlns:a="http://schemas.openxmlformats.org/drawingml/2006/main" prst="line">
            <a:avLst/>
          </a:prstGeom>
          <a:noFill xmlns:a="http://schemas.openxmlformats.org/drawingml/2006/main"/>
          <a:ln xmlns:a="http://schemas.openxmlformats.org/drawingml/2006/main" w="12700">
            <a:solidFill>
              <a:srgbClr val="D9E5EC"/>
            </a:solidFill>
            <a:prstDash val="solid"/>
          </a:ln>
        </p:spPr>
      </p:sp>
      <p:sp>
        <p:nvSpPr>
          <p:cNvPr id="7" name="Text 5">
            <a:extLst xmlns:a="http://schemas.openxmlformats.org/drawingml/2006/main">
              <a:ext uri="{FF2B5EF4-FFF2-40B4-BE49-F238E27FC236}">
                <a16:creationId xmlns:a16="http://schemas.microsoft.com/office/drawing/2014/main" id="{B43DD441-6A67-41FC-A2F1-F07024AB0E77}"/>
              </a:ext>
            </a:extLst>
          </p:cNvPr>
          <p:cNvSpPr>
            <a:spLocks xmlns:a="http://schemas.openxmlformats.org/drawingml/2006/main" noGrp="1"/>
          </p:cNvSpPr>
          <p:nvPr/>
        </p:nvSpPr>
        <p:spPr>
          <a:xfrm xmlns:a="http://schemas.openxmlformats.org/drawingml/2006/main">
            <a:off x="694944" y="6519672"/>
            <a:ext cx="8229600" cy="17373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900">
                <a:solidFill>
                  <a:srgbClr val="5C6D80"/>
                </a:solidFill>
                <a:latin typeface="NanumSquare"/>
                <a:ea typeface="NanumSquare"/>
                <a:cs typeface="NanumSquare"/>
              </a:rPr>
              <a:t>CAREFRAME  /  CODEX HACKATHON 2026</a:t>
            </a:r>
            <a:endParaRPr sz="900"/>
          </a:p>
        </p:txBody>
      </p:sp>
      <p:sp>
        <p:nvSpPr>
          <p:cNvPr id="8" name="Text 6">
            <a:extLst xmlns:a="http://schemas.openxmlformats.org/drawingml/2006/main">
              <a:ext uri="{FF2B5EF4-FFF2-40B4-BE49-F238E27FC236}">
                <a16:creationId xmlns:a16="http://schemas.microsoft.com/office/drawing/2014/main" id="{261F22DD-05C1-4CE8-868A-CF9ECA9F328E}"/>
              </a:ext>
            </a:extLst>
          </p:cNvPr>
          <p:cNvSpPr>
            <a:spLocks xmlns:a="http://schemas.openxmlformats.org/drawingml/2006/main" noGrp="1"/>
          </p:cNvSpPr>
          <p:nvPr/>
        </p:nvSpPr>
        <p:spPr>
          <a:xfrm xmlns:a="http://schemas.openxmlformats.org/drawingml/2006/main">
            <a:off x="10652760" y="6501384"/>
            <a:ext cx="9144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900">
                <a:solidFill>
                  <a:srgbClr val="5C6D80"/>
                </a:solidFill>
                <a:latin typeface="NanumSquare"/>
                <a:ea typeface="NanumSquare"/>
                <a:cs typeface="NanumSquare"/>
              </a:rPr>
              <a:t>09 / 10</a:t>
            </a:r>
            <a:endParaRPr sz="900"/>
          </a:p>
        </p:txBody>
      </p:sp>
      <p:sp>
        <p:nvSpPr>
          <p:cNvPr id="9" name="Shape 7">
            <a:extLst xmlns:a="http://schemas.openxmlformats.org/drawingml/2006/main">
              <a:ext uri="{FF2B5EF4-FFF2-40B4-BE49-F238E27FC236}">
                <a16:creationId xmlns:a16="http://schemas.microsoft.com/office/drawing/2014/main" id="{79322BCD-9EE6-4E51-9DF9-3F4186F4739D}"/>
              </a:ext>
            </a:extLst>
          </p:cNvPr>
          <p:cNvSpPr>
            <a:spLocks xmlns:a="http://schemas.openxmlformats.org/drawingml/2006/main" noGrp="1"/>
          </p:cNvSpPr>
          <p:nvPr/>
        </p:nvSpPr>
        <p:spPr>
          <a:xfrm xmlns:a="http://schemas.openxmlformats.org/drawingml/2006/main">
            <a:off x="713232" y="2093976"/>
            <a:ext cx="7626096" cy="704088"/>
          </a:xfrm>
          <a:prstGeom xmlns:a="http://schemas.openxmlformats.org/drawingml/2006/main" prst="roundRect">
            <a:avLst>
              <a:gd name="adj" fmla="val 23377"/>
            </a:avLst>
          </a:prstGeom>
          <a:solidFill xmlns:a="http://schemas.openxmlformats.org/drawingml/2006/main">
            <a:srgbClr val="FFFFFF"/>
          </a:solidFill>
          <a:ln xmlns:a="http://schemas.openxmlformats.org/drawingml/2006/main" w="12700">
            <a:solidFill>
              <a:srgbClr val="D9E5EC"/>
            </a:solidFill>
            <a:prstDash val="solid"/>
          </a:ln>
        </p:spPr>
      </p:sp>
      <p:sp>
        <p:nvSpPr>
          <p:cNvPr id="10" name="Text 8">
            <a:extLst xmlns:a="http://schemas.openxmlformats.org/drawingml/2006/main">
              <a:ext uri="{FF2B5EF4-FFF2-40B4-BE49-F238E27FC236}">
                <a16:creationId xmlns:a16="http://schemas.microsoft.com/office/drawing/2014/main" id="{A1E2754E-9035-43A5-AA89-8179E9A48948}"/>
              </a:ext>
            </a:extLst>
          </p:cNvPr>
          <p:cNvSpPr>
            <a:spLocks xmlns:a="http://schemas.openxmlformats.org/drawingml/2006/main" noGrp="1"/>
          </p:cNvSpPr>
          <p:nvPr/>
        </p:nvSpPr>
        <p:spPr>
          <a:xfrm xmlns:a="http://schemas.openxmlformats.org/drawingml/2006/main">
            <a:off x="914400" y="2313432"/>
            <a:ext cx="502920" cy="26517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700" b="1">
                <a:solidFill>
                  <a:srgbClr val="12A79D"/>
                </a:solidFill>
                <a:latin typeface="NanumSquare"/>
                <a:ea typeface="NanumSquare"/>
                <a:cs typeface="NanumSquare"/>
              </a:rPr>
              <a:t>01</a:t>
            </a:r>
            <a:endParaRPr sz="1700"/>
          </a:p>
        </p:txBody>
      </p:sp>
      <p:sp>
        <p:nvSpPr>
          <p:cNvPr id="11" name="Text 9">
            <a:extLst xmlns:a="http://schemas.openxmlformats.org/drawingml/2006/main">
              <a:ext uri="{FF2B5EF4-FFF2-40B4-BE49-F238E27FC236}">
                <a16:creationId xmlns:a16="http://schemas.microsoft.com/office/drawing/2014/main" id="{06787C72-0FC8-4B7F-A572-594793BCE5DC}"/>
              </a:ext>
            </a:extLst>
          </p:cNvPr>
          <p:cNvSpPr>
            <a:spLocks xmlns:a="http://schemas.openxmlformats.org/drawingml/2006/main" noGrp="1"/>
          </p:cNvSpPr>
          <p:nvPr/>
        </p:nvSpPr>
        <p:spPr>
          <a:xfrm xmlns:a="http://schemas.openxmlformats.org/drawingml/2006/main">
            <a:off x="1527048" y="2276856"/>
            <a:ext cx="2770632"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500" b="1">
                <a:solidFill>
                  <a:srgbClr val="14233E"/>
                </a:solidFill>
                <a:latin typeface="NanumSquare"/>
                <a:ea typeface="NanumSquare"/>
                <a:cs typeface="NanumSquare"/>
              </a:rPr>
              <a:t>두 번째 질문에서 음성 흐름 정지</a:t>
            </a:r>
            <a:endParaRPr sz="1500"/>
          </a:p>
        </p:txBody>
      </p:sp>
      <p:sp>
        <p:nvSpPr>
          <p:cNvPr id="12" name="Text 10">
            <a:extLst xmlns:a="http://schemas.openxmlformats.org/drawingml/2006/main">
              <a:ext uri="{FF2B5EF4-FFF2-40B4-BE49-F238E27FC236}">
                <a16:creationId xmlns:a16="http://schemas.microsoft.com/office/drawing/2014/main" id="{D68B0AAE-D75D-4F03-A332-884BE3889317}"/>
              </a:ext>
            </a:extLst>
          </p:cNvPr>
          <p:cNvSpPr>
            <a:spLocks xmlns:a="http://schemas.openxmlformats.org/drawingml/2006/main" noGrp="1"/>
          </p:cNvSpPr>
          <p:nvPr/>
        </p:nvSpPr>
        <p:spPr>
          <a:xfrm xmlns:a="http://schemas.openxmlformats.org/drawingml/2006/main">
            <a:off x="4343400" y="2286000"/>
            <a:ext cx="3703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300">
                <a:solidFill>
                  <a:srgbClr val="5C6D80"/>
                </a:solidFill>
                <a:latin typeface="NanumSquare"/>
                <a:ea typeface="NanumSquare"/>
                <a:cs typeface="NanumSquare"/>
              </a:rPr>
              <a:t>→ 음성 이벤트 순서·전사 큐 수정</a:t>
            </a:r>
            <a:endParaRPr sz="1300"/>
          </a:p>
        </p:txBody>
      </p:sp>
      <p:sp>
        <p:nvSpPr>
          <p:cNvPr id="13" name="Shape 11">
            <a:extLst xmlns:a="http://schemas.openxmlformats.org/drawingml/2006/main">
              <a:ext uri="{FF2B5EF4-FFF2-40B4-BE49-F238E27FC236}">
                <a16:creationId xmlns:a16="http://schemas.microsoft.com/office/drawing/2014/main" id="{51849D61-F6E1-4ECA-9185-9E2D4BA49B26}"/>
              </a:ext>
            </a:extLst>
          </p:cNvPr>
          <p:cNvSpPr>
            <a:spLocks xmlns:a="http://schemas.openxmlformats.org/drawingml/2006/main" noGrp="1"/>
          </p:cNvSpPr>
          <p:nvPr/>
        </p:nvSpPr>
        <p:spPr>
          <a:xfrm xmlns:a="http://schemas.openxmlformats.org/drawingml/2006/main">
            <a:off x="713232" y="2944368"/>
            <a:ext cx="7626096" cy="704088"/>
          </a:xfrm>
          <a:prstGeom xmlns:a="http://schemas.openxmlformats.org/drawingml/2006/main" prst="roundRect">
            <a:avLst>
              <a:gd name="adj" fmla="val 23377"/>
            </a:avLst>
          </a:prstGeom>
          <a:solidFill xmlns:a="http://schemas.openxmlformats.org/drawingml/2006/main">
            <a:srgbClr val="FFFFFF"/>
          </a:solidFill>
          <a:ln xmlns:a="http://schemas.openxmlformats.org/drawingml/2006/main" w="12700">
            <a:solidFill>
              <a:srgbClr val="D9E5EC"/>
            </a:solidFill>
            <a:prstDash val="solid"/>
          </a:ln>
        </p:spPr>
      </p:sp>
      <p:sp>
        <p:nvSpPr>
          <p:cNvPr id="14" name="Text 12">
            <a:extLst xmlns:a="http://schemas.openxmlformats.org/drawingml/2006/main">
              <a:ext uri="{FF2B5EF4-FFF2-40B4-BE49-F238E27FC236}">
                <a16:creationId xmlns:a16="http://schemas.microsoft.com/office/drawing/2014/main" id="{A69D5E38-731D-4297-84CB-41E7E2CD3961}"/>
              </a:ext>
            </a:extLst>
          </p:cNvPr>
          <p:cNvSpPr>
            <a:spLocks xmlns:a="http://schemas.openxmlformats.org/drawingml/2006/main" noGrp="1"/>
          </p:cNvSpPr>
          <p:nvPr/>
        </p:nvSpPr>
        <p:spPr>
          <a:xfrm xmlns:a="http://schemas.openxmlformats.org/drawingml/2006/main">
            <a:off x="914400" y="3163824"/>
            <a:ext cx="502920" cy="26517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700" b="1">
                <a:solidFill>
                  <a:srgbClr val="12A79D"/>
                </a:solidFill>
                <a:latin typeface="NanumSquare"/>
                <a:ea typeface="NanumSquare"/>
                <a:cs typeface="NanumSquare"/>
              </a:rPr>
              <a:t>02</a:t>
            </a:r>
            <a:endParaRPr sz="1700"/>
          </a:p>
        </p:txBody>
      </p:sp>
      <p:sp>
        <p:nvSpPr>
          <p:cNvPr id="15" name="Text 13">
            <a:extLst xmlns:a="http://schemas.openxmlformats.org/drawingml/2006/main">
              <a:ext uri="{FF2B5EF4-FFF2-40B4-BE49-F238E27FC236}">
                <a16:creationId xmlns:a16="http://schemas.microsoft.com/office/drawing/2014/main" id="{61FD5D68-1A31-4025-AE28-2842B171257F}"/>
              </a:ext>
            </a:extLst>
          </p:cNvPr>
          <p:cNvSpPr>
            <a:spLocks xmlns:a="http://schemas.openxmlformats.org/drawingml/2006/main" noGrp="1"/>
          </p:cNvSpPr>
          <p:nvPr/>
        </p:nvSpPr>
        <p:spPr>
          <a:xfrm xmlns:a="http://schemas.openxmlformats.org/drawingml/2006/main">
            <a:off x="1527048" y="3127248"/>
            <a:ext cx="2770632"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500" b="1">
                <a:solidFill>
                  <a:srgbClr val="14233E"/>
                </a:solidFill>
                <a:latin typeface="NanumSquare"/>
                <a:ea typeface="NanumSquare"/>
                <a:cs typeface="NanumSquare"/>
              </a:rPr>
              <a:t>짧은 대답에서 문진이 멈춤</a:t>
            </a:r>
            <a:endParaRPr sz="1500"/>
          </a:p>
        </p:txBody>
      </p:sp>
      <p:sp>
        <p:nvSpPr>
          <p:cNvPr id="16" name="Text 14">
            <a:extLst xmlns:a="http://schemas.openxmlformats.org/drawingml/2006/main">
              <a:ext uri="{FF2B5EF4-FFF2-40B4-BE49-F238E27FC236}">
                <a16:creationId xmlns:a16="http://schemas.microsoft.com/office/drawing/2014/main" id="{484FDE28-2F65-418F-AA07-809A4EDE382F}"/>
              </a:ext>
            </a:extLst>
          </p:cNvPr>
          <p:cNvSpPr>
            <a:spLocks xmlns:a="http://schemas.openxmlformats.org/drawingml/2006/main" noGrp="1"/>
          </p:cNvSpPr>
          <p:nvPr/>
        </p:nvSpPr>
        <p:spPr>
          <a:xfrm xmlns:a="http://schemas.openxmlformats.org/drawingml/2006/main">
            <a:off x="4343400" y="3136392"/>
            <a:ext cx="3703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300">
                <a:solidFill>
                  <a:srgbClr val="5C6D80"/>
                </a:solidFill>
                <a:latin typeface="NanumSquare"/>
                <a:ea typeface="NanumSquare"/>
                <a:cs typeface="NanumSquare"/>
              </a:rPr>
              <a:t>→ 질문 맥락·후속 진행 처리 개선</a:t>
            </a:r>
            <a:endParaRPr sz="1300"/>
          </a:p>
        </p:txBody>
      </p:sp>
      <p:sp>
        <p:nvSpPr>
          <p:cNvPr id="17" name="Shape 15">
            <a:extLst xmlns:a="http://schemas.openxmlformats.org/drawingml/2006/main">
              <a:ext uri="{FF2B5EF4-FFF2-40B4-BE49-F238E27FC236}">
                <a16:creationId xmlns:a16="http://schemas.microsoft.com/office/drawing/2014/main" id="{B7FC243D-1EE0-418A-9F6E-A6C29F7A647C}"/>
              </a:ext>
            </a:extLst>
          </p:cNvPr>
          <p:cNvSpPr>
            <a:spLocks xmlns:a="http://schemas.openxmlformats.org/drawingml/2006/main" noGrp="1"/>
          </p:cNvSpPr>
          <p:nvPr/>
        </p:nvSpPr>
        <p:spPr>
          <a:xfrm xmlns:a="http://schemas.openxmlformats.org/drawingml/2006/main">
            <a:off x="713232" y="3794760"/>
            <a:ext cx="7626096" cy="704088"/>
          </a:xfrm>
          <a:prstGeom xmlns:a="http://schemas.openxmlformats.org/drawingml/2006/main" prst="roundRect">
            <a:avLst>
              <a:gd name="adj" fmla="val 23377"/>
            </a:avLst>
          </a:prstGeom>
          <a:solidFill xmlns:a="http://schemas.openxmlformats.org/drawingml/2006/main">
            <a:srgbClr val="FFFFFF"/>
          </a:solidFill>
          <a:ln xmlns:a="http://schemas.openxmlformats.org/drawingml/2006/main" w="12700">
            <a:solidFill>
              <a:srgbClr val="D9E5EC"/>
            </a:solidFill>
            <a:prstDash val="solid"/>
          </a:ln>
        </p:spPr>
      </p:sp>
      <p:sp>
        <p:nvSpPr>
          <p:cNvPr id="18" name="Text 16">
            <a:extLst xmlns:a="http://schemas.openxmlformats.org/drawingml/2006/main">
              <a:ext uri="{FF2B5EF4-FFF2-40B4-BE49-F238E27FC236}">
                <a16:creationId xmlns:a16="http://schemas.microsoft.com/office/drawing/2014/main" id="{D0916EED-F51A-404D-A5BD-D32C4B880182}"/>
              </a:ext>
            </a:extLst>
          </p:cNvPr>
          <p:cNvSpPr>
            <a:spLocks xmlns:a="http://schemas.openxmlformats.org/drawingml/2006/main" noGrp="1"/>
          </p:cNvSpPr>
          <p:nvPr/>
        </p:nvSpPr>
        <p:spPr>
          <a:xfrm xmlns:a="http://schemas.openxmlformats.org/drawingml/2006/main">
            <a:off x="914400" y="4014216"/>
            <a:ext cx="502920" cy="26517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700" b="1">
                <a:solidFill>
                  <a:srgbClr val="12A79D"/>
                </a:solidFill>
                <a:latin typeface="NanumSquare"/>
                <a:ea typeface="NanumSquare"/>
                <a:cs typeface="NanumSquare"/>
              </a:rPr>
              <a:t>03</a:t>
            </a:r>
            <a:endParaRPr sz="1700"/>
          </a:p>
        </p:txBody>
      </p:sp>
      <p:sp>
        <p:nvSpPr>
          <p:cNvPr id="19" name="Text 17">
            <a:extLst xmlns:a="http://schemas.openxmlformats.org/drawingml/2006/main">
              <a:ext uri="{FF2B5EF4-FFF2-40B4-BE49-F238E27FC236}">
                <a16:creationId xmlns:a16="http://schemas.microsoft.com/office/drawing/2014/main" id="{96521E87-ECCA-488C-99EB-5CBFB2F7ADDE}"/>
              </a:ext>
            </a:extLst>
          </p:cNvPr>
          <p:cNvSpPr>
            <a:spLocks xmlns:a="http://schemas.openxmlformats.org/drawingml/2006/main" noGrp="1"/>
          </p:cNvSpPr>
          <p:nvPr/>
        </p:nvSpPr>
        <p:spPr>
          <a:xfrm xmlns:a="http://schemas.openxmlformats.org/drawingml/2006/main">
            <a:off x="1527048" y="3977640"/>
            <a:ext cx="2770632"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500" b="1">
                <a:solidFill>
                  <a:srgbClr val="14233E"/>
                </a:solidFill>
                <a:latin typeface="NanumSquare"/>
                <a:ea typeface="NanumSquare"/>
                <a:cs typeface="NanumSquare"/>
              </a:rPr>
              <a:t>마지막 안내가 끝나기 전 연결 종료</a:t>
            </a:r>
            <a:endParaRPr sz="1500"/>
          </a:p>
        </p:txBody>
      </p:sp>
      <p:sp>
        <p:nvSpPr>
          <p:cNvPr id="20" name="Text 18">
            <a:extLst xmlns:a="http://schemas.openxmlformats.org/drawingml/2006/main">
              <a:ext uri="{FF2B5EF4-FFF2-40B4-BE49-F238E27FC236}">
                <a16:creationId xmlns:a16="http://schemas.microsoft.com/office/drawing/2014/main" id="{410F9575-6A46-4C0F-A470-F15136E4A2A8}"/>
              </a:ext>
            </a:extLst>
          </p:cNvPr>
          <p:cNvSpPr>
            <a:spLocks xmlns:a="http://schemas.openxmlformats.org/drawingml/2006/main" noGrp="1"/>
          </p:cNvSpPr>
          <p:nvPr/>
        </p:nvSpPr>
        <p:spPr>
          <a:xfrm xmlns:a="http://schemas.openxmlformats.org/drawingml/2006/main">
            <a:off x="4343400" y="3986784"/>
            <a:ext cx="3703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300">
                <a:solidFill>
                  <a:srgbClr val="5C6D80"/>
                </a:solidFill>
                <a:latin typeface="NanumSquare"/>
                <a:ea typeface="NanumSquare"/>
                <a:cs typeface="NanumSquare"/>
              </a:rPr>
              <a:t>→ 재생 완료 뒤 세션 종료</a:t>
            </a:r>
            <a:endParaRPr sz="1300"/>
          </a:p>
        </p:txBody>
      </p:sp>
      <p:sp>
        <p:nvSpPr>
          <p:cNvPr id="21" name="Shape 19">
            <a:extLst xmlns:a="http://schemas.openxmlformats.org/drawingml/2006/main">
              <a:ext uri="{FF2B5EF4-FFF2-40B4-BE49-F238E27FC236}">
                <a16:creationId xmlns:a16="http://schemas.microsoft.com/office/drawing/2014/main" id="{DF08C3E1-3EE1-44EF-9A31-5A8EB71F6DB6}"/>
              </a:ext>
            </a:extLst>
          </p:cNvPr>
          <p:cNvSpPr>
            <a:spLocks xmlns:a="http://schemas.openxmlformats.org/drawingml/2006/main" noGrp="1"/>
          </p:cNvSpPr>
          <p:nvPr/>
        </p:nvSpPr>
        <p:spPr>
          <a:xfrm xmlns:a="http://schemas.openxmlformats.org/drawingml/2006/main">
            <a:off x="8586216" y="2103120"/>
            <a:ext cx="2816352" cy="2414016"/>
          </a:xfrm>
          <a:prstGeom xmlns:a="http://schemas.openxmlformats.org/drawingml/2006/main" prst="roundRect">
            <a:avLst>
              <a:gd name="adj" fmla="val 6818"/>
            </a:avLst>
          </a:prstGeom>
          <a:solidFill xmlns:a="http://schemas.openxmlformats.org/drawingml/2006/main">
            <a:srgbClr val="14233E"/>
          </a:solidFill>
          <a:ln xmlns:a="http://schemas.openxmlformats.org/drawingml/2006/main" w="12700">
            <a:solidFill>
              <a:srgbClr val="14233E"/>
            </a:solidFill>
            <a:prstDash val="solid"/>
          </a:ln>
        </p:spPr>
      </p:sp>
      <p:sp>
        <p:nvSpPr>
          <p:cNvPr id="22" name="Text 20">
            <a:extLst xmlns:a="http://schemas.openxmlformats.org/drawingml/2006/main">
              <a:ext uri="{FF2B5EF4-FFF2-40B4-BE49-F238E27FC236}">
                <a16:creationId xmlns:a16="http://schemas.microsoft.com/office/drawing/2014/main" id="{11DE6FC0-B17D-4164-BF7F-865F6CCB9C37}"/>
              </a:ext>
            </a:extLst>
          </p:cNvPr>
          <p:cNvSpPr>
            <a:spLocks xmlns:a="http://schemas.openxmlformats.org/drawingml/2006/main" noGrp="1"/>
          </p:cNvSpPr>
          <p:nvPr/>
        </p:nvSpPr>
        <p:spPr>
          <a:xfrm xmlns:a="http://schemas.openxmlformats.org/drawingml/2006/main">
            <a:off x="8851392" y="2587752"/>
            <a:ext cx="232257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3700" b="1">
                <a:solidFill>
                  <a:srgbClr val="FFFFFF"/>
                </a:solidFill>
                <a:latin typeface="NanumSquare"/>
                <a:ea typeface="NanumSquare"/>
                <a:cs typeface="NanumSquare"/>
              </a:rPr>
              <a:t>91 / 91</a:t>
            </a:r>
            <a:endParaRPr sz="3700"/>
          </a:p>
        </p:txBody>
      </p:sp>
      <p:sp>
        <p:nvSpPr>
          <p:cNvPr id="23" name="Text 21">
            <a:extLst xmlns:a="http://schemas.openxmlformats.org/drawingml/2006/main">
              <a:ext uri="{FF2B5EF4-FFF2-40B4-BE49-F238E27FC236}">
                <a16:creationId xmlns:a16="http://schemas.microsoft.com/office/drawing/2014/main" id="{4FEF937B-CE7E-434B-9299-3AF876C245CC}"/>
              </a:ext>
            </a:extLst>
          </p:cNvPr>
          <p:cNvSpPr>
            <a:spLocks xmlns:a="http://schemas.openxmlformats.org/drawingml/2006/main" noGrp="1"/>
          </p:cNvSpPr>
          <p:nvPr/>
        </p:nvSpPr>
        <p:spPr>
          <a:xfrm xmlns:a="http://schemas.openxmlformats.org/drawingml/2006/main">
            <a:off x="8851392" y="3438144"/>
            <a:ext cx="2304288"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200">
                <a:solidFill>
                  <a:srgbClr val="D8EDEB"/>
                </a:solidFill>
                <a:latin typeface="NanumSquare"/>
                <a:ea typeface="NanumSquare"/>
                <a:cs typeface="NanumSquare"/>
              </a:rPr>
              <a:t>자동화 테스트 통과</a:t>
            </a:r>
            <a:endParaRPr sz="1200"/>
          </a:p>
          <a:p xmlns:a="http://schemas.openxmlformats.org/drawingml/2006/main">
            <a:pPr marL="0" indent="0" algn="ctr">
              <a:buNone/>
            </a:pPr>
            <a:r>
              <a:rPr sz="1200">
                <a:solidFill>
                  <a:srgbClr val="D8EDEB"/>
                </a:solidFill>
                <a:latin typeface="NanumSquare"/>
                <a:ea typeface="NanumSquare"/>
                <a:cs typeface="NanumSquare"/>
              </a:rPr>
              <a:t>(최신 코드 실행 기록 · 2026-10-09)</a:t>
            </a:r>
          </a:p>
        </p:txBody>
      </p:sp>
      <p:sp>
        <p:nvSpPr>
          <p:cNvPr id="24" name="Shape 22">
            <a:extLst xmlns:a="http://schemas.openxmlformats.org/drawingml/2006/main">
              <a:ext uri="{FF2B5EF4-FFF2-40B4-BE49-F238E27FC236}">
                <a16:creationId xmlns:a16="http://schemas.microsoft.com/office/drawing/2014/main" id="{BF38FC59-47CD-4FA6-A8F0-F36F72A6E240}"/>
              </a:ext>
            </a:extLst>
          </p:cNvPr>
          <p:cNvSpPr>
            <a:spLocks xmlns:a="http://schemas.openxmlformats.org/drawingml/2006/main" noGrp="1"/>
          </p:cNvSpPr>
          <p:nvPr/>
        </p:nvSpPr>
        <p:spPr>
          <a:xfrm xmlns:a="http://schemas.openxmlformats.org/drawingml/2006/main">
            <a:off x="722376" y="4837176"/>
            <a:ext cx="10671048" cy="740664"/>
          </a:xfrm>
          <a:prstGeom xmlns:a="http://schemas.openxmlformats.org/drawingml/2006/main" prst="roundRect">
            <a:avLst>
              <a:gd name="adj" fmla="val 22222"/>
            </a:avLst>
          </a:prstGeom>
          <a:solidFill xmlns:a="http://schemas.openxmlformats.org/drawingml/2006/main">
            <a:srgbClr val="E6F7F3"/>
          </a:solidFill>
          <a:ln xmlns:a="http://schemas.openxmlformats.org/drawingml/2006/main" w="12700">
            <a:solidFill>
              <a:srgbClr val="E6F7F3"/>
            </a:solidFill>
            <a:prstDash val="solid"/>
          </a:ln>
        </p:spPr>
      </p:sp>
      <p:sp>
        <p:nvSpPr>
          <p:cNvPr id="25" name="Text 23">
            <a:extLst xmlns:a="http://schemas.openxmlformats.org/drawingml/2006/main">
              <a:ext uri="{FF2B5EF4-FFF2-40B4-BE49-F238E27FC236}">
                <a16:creationId xmlns:a16="http://schemas.microsoft.com/office/drawing/2014/main" id="{67FA27DD-D1F0-41D7-B220-D20407BA9EA4}"/>
              </a:ext>
            </a:extLst>
          </p:cNvPr>
          <p:cNvSpPr>
            <a:spLocks xmlns:a="http://schemas.openxmlformats.org/drawingml/2006/main" noGrp="1"/>
          </p:cNvSpPr>
          <p:nvPr/>
        </p:nvSpPr>
        <p:spPr>
          <a:xfrm xmlns:a="http://schemas.openxmlformats.org/drawingml/2006/main">
            <a:off x="996696" y="5074920"/>
            <a:ext cx="10158984"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400" b="1">
                <a:solidFill>
                  <a:srgbClr val="203451"/>
                </a:solidFill>
                <a:latin typeface="NanumSquare"/>
                <a:ea typeface="NanumSquare"/>
                <a:cs typeface="NanumSquare"/>
              </a:rPr>
              <a:t>실제 HTTPS API에서 가상 문진 추출·최종 요약 확인 · 마이크 전체 문답·임상 타당성·도입 효과는 미검증</a:t>
            </a:r>
            <a:endParaRPr sz="1400"/>
          </a:p>
        </p:txBody>
      </p:sp>
      <p:sp>
        <p:nvSpPr>
          <p:cNvPr id="26" name="Text 24">
            <a:extLst xmlns:a="http://schemas.openxmlformats.org/drawingml/2006/main">
              <a:ext uri="{FF2B5EF4-FFF2-40B4-BE49-F238E27FC236}">
                <a16:creationId xmlns:a16="http://schemas.microsoft.com/office/drawing/2014/main" id="{B2DD0908-A3C7-461E-B620-9405970F6E4F}"/>
              </a:ext>
            </a:extLst>
          </p:cNvPr>
          <p:cNvSpPr>
            <a:spLocks xmlns:a="http://schemas.openxmlformats.org/drawingml/2006/main" noGrp="1"/>
          </p:cNvSpPr>
          <p:nvPr/>
        </p:nvSpPr>
        <p:spPr>
          <a:xfrm xmlns:a="http://schemas.openxmlformats.org/drawingml/2006/main">
            <a:off x="978408" y="5852160"/>
            <a:ext cx="10094976" cy="28346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200" i="1">
                <a:solidFill>
                  <a:srgbClr val="C85D51"/>
                </a:solidFill>
                <a:latin typeface="NanumSquare"/>
                <a:ea typeface="NanumSquare"/>
                <a:cs typeface="NanumSquare"/>
              </a:rPr>
              <a:t>91/91은 소프트웨어 회귀 테스트 수치이며 임상 성능 수치가 아닙니다.</a:t>
            </a:r>
            <a:endParaRPr sz="1200"/>
          </a:p>
        </p:txBody>
      </p:sp>
    </p:spTree>
    <p:extLst>
      <p:ext uri="{BB962C8B-B14F-4D97-AF65-F5344CB8AC3E}">
        <p14:creationId xmlns:p14="http://schemas.microsoft.com/office/powerpoint/2010/main" val="1188055327"/>
      </p:ext>
    </p:extLst>
  </p:cSld>
</p:sld>
</file>

<file path=ppt/slides/slide10.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B566953-3DED-4AA9-B622-D03F10BAC3CA}"/>
              </a:ext>
            </a:extLst>
          </p:cNvPr>
          <p:cNvSpPr>
            <a:spLocks xmlns:a="http://schemas.openxmlformats.org/drawingml/2006/main" noGrp="1"/>
          </p:cNvSpPr>
          <p:nvPr/>
        </p:nvSpPr>
        <p:spPr>
          <a:xfrm xmlns:a="http://schemas.openxmlformats.org/drawingml/2006/main">
            <a:off x="0" y="0"/>
            <a:ext cx="12191695" cy="96012"/>
          </a:xfrm>
          <a:prstGeom xmlns:a="http://schemas.openxmlformats.org/drawingml/2006/main" prst="rect">
            <a:avLst/>
          </a:prstGeom>
          <a:solidFill xmlns:a="http://schemas.openxmlformats.org/drawingml/2006/main">
            <a:srgbClr val="12A79D"/>
          </a:solidFill>
          <a:ln xmlns:a="http://schemas.openxmlformats.org/drawingml/2006/main" w="12700">
            <a:solidFill>
              <a:srgbClr val="12A79D"/>
            </a:solidFill>
            <a:prstDash val="solid"/>
          </a:ln>
        </p:spPr>
      </p:sp>
      <p:sp>
        <p:nvSpPr>
          <p:cNvPr id="3" name="Text 1">
            <a:extLst xmlns:a="http://schemas.openxmlformats.org/drawingml/2006/main">
              <a:ext uri="{FF2B5EF4-FFF2-40B4-BE49-F238E27FC236}">
                <a16:creationId xmlns:a16="http://schemas.microsoft.com/office/drawing/2014/main" id="{B964EBCA-76E9-40CE-B219-7FB6E96FF825}"/>
              </a:ext>
            </a:extLst>
          </p:cNvPr>
          <p:cNvSpPr>
            <a:spLocks xmlns:a="http://schemas.openxmlformats.org/drawingml/2006/main" noGrp="1"/>
          </p:cNvSpPr>
          <p:nvPr/>
        </p:nvSpPr>
        <p:spPr>
          <a:xfrm xmlns:a="http://schemas.openxmlformats.org/drawingml/2006/main">
            <a:off x="658368" y="301752"/>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b="1" spc="200">
                <a:solidFill>
                  <a:srgbClr val="12A79D"/>
                </a:solidFill>
                <a:latin typeface="NanumSquare"/>
                <a:ea typeface="NanumSquare"/>
                <a:cs typeface="NanumSquare"/>
              </a:rPr>
              <a:t>10  WHY CAREFRAME</a:t>
            </a:r>
            <a:endParaRPr sz="1000"/>
          </a:p>
        </p:txBody>
      </p:sp>
      <p:sp>
        <p:nvSpPr>
          <p:cNvPr id="4" name="Text 2">
            <a:extLst xmlns:a="http://schemas.openxmlformats.org/drawingml/2006/main">
              <a:ext uri="{FF2B5EF4-FFF2-40B4-BE49-F238E27FC236}">
                <a16:creationId xmlns:a16="http://schemas.microsoft.com/office/drawing/2014/main" id="{5E030DCB-725B-422C-88D8-513F112885D7}"/>
              </a:ext>
            </a:extLst>
          </p:cNvPr>
          <p:cNvSpPr>
            <a:spLocks xmlns:a="http://schemas.openxmlformats.org/drawingml/2006/main" noGrp="1"/>
          </p:cNvSpPr>
          <p:nvPr/>
        </p:nvSpPr>
        <p:spPr>
          <a:xfrm xmlns:a="http://schemas.openxmlformats.org/drawingml/2006/main">
            <a:off x="658368" y="722376"/>
            <a:ext cx="10972800" cy="6126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3000" b="1">
                <a:solidFill>
                  <a:srgbClr val="14233E"/>
                </a:solidFill>
                <a:latin typeface="NanumSquare"/>
                <a:ea typeface="NanumSquare"/>
                <a:cs typeface="NanumSquare"/>
              </a:rPr>
              <a:t>환자의 말이 진료실까지 이어지는 흐름을 만들었습니다</a:t>
            </a:r>
            <a:endParaRPr sz="3000"/>
          </a:p>
        </p:txBody>
      </p:sp>
      <p:sp>
        <p:nvSpPr>
          <p:cNvPr id="5" name="Text 3">
            <a:extLst xmlns:a="http://schemas.openxmlformats.org/drawingml/2006/main">
              <a:ext uri="{FF2B5EF4-FFF2-40B4-BE49-F238E27FC236}">
                <a16:creationId xmlns:a16="http://schemas.microsoft.com/office/drawing/2014/main" id="{6CEC0A0E-6E3E-4D3D-B170-335E4E1458DC}"/>
              </a:ext>
            </a:extLst>
          </p:cNvPr>
          <p:cNvSpPr>
            <a:spLocks xmlns:a="http://schemas.openxmlformats.org/drawingml/2006/main" noGrp="1"/>
          </p:cNvSpPr>
          <p:nvPr/>
        </p:nvSpPr>
        <p:spPr>
          <a:xfrm xmlns:a="http://schemas.openxmlformats.org/drawingml/2006/main">
            <a:off x="685800" y="1389888"/>
            <a:ext cx="1088136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400">
                <a:solidFill>
                  <a:srgbClr val="5C6D80"/>
                </a:solidFill>
                <a:latin typeface="NanumSquare"/>
                <a:ea typeface="NanumSquare"/>
                <a:cs typeface="NanumSquare"/>
              </a:rPr>
              <a:t>CareFrame은 진료 전 대화를 근거가 남는 검토용 기록으로 바꿉니다.</a:t>
            </a:r>
            <a:endParaRPr sz="1400"/>
          </a:p>
        </p:txBody>
      </p:sp>
      <p:sp>
        <p:nvSpPr>
          <p:cNvPr id="6" name="Shape 4">
            <a:extLst xmlns:a="http://schemas.openxmlformats.org/drawingml/2006/main">
              <a:ext uri="{FF2B5EF4-FFF2-40B4-BE49-F238E27FC236}">
                <a16:creationId xmlns:a16="http://schemas.microsoft.com/office/drawing/2014/main" id="{0A079F84-9759-4CC3-A91C-C8B5DF34AF7E}"/>
              </a:ext>
            </a:extLst>
          </p:cNvPr>
          <p:cNvSpPr>
            <a:spLocks xmlns:a="http://schemas.openxmlformats.org/drawingml/2006/main" noGrp="1"/>
          </p:cNvSpPr>
          <p:nvPr/>
        </p:nvSpPr>
        <p:spPr>
          <a:xfrm xmlns:a="http://schemas.openxmlformats.org/drawingml/2006/main">
            <a:off x="658368" y="6455664"/>
            <a:ext cx="10863072" cy="0"/>
          </a:xfrm>
          <a:prstGeom xmlns:a="http://schemas.openxmlformats.org/drawingml/2006/main" prst="line">
            <a:avLst/>
          </a:prstGeom>
          <a:noFill xmlns:a="http://schemas.openxmlformats.org/drawingml/2006/main"/>
          <a:ln xmlns:a="http://schemas.openxmlformats.org/drawingml/2006/main" w="12700">
            <a:solidFill>
              <a:srgbClr val="D9E5EC"/>
            </a:solidFill>
            <a:prstDash val="solid"/>
          </a:ln>
        </p:spPr>
      </p:sp>
      <p:sp>
        <p:nvSpPr>
          <p:cNvPr id="7" name="Text 5">
            <a:extLst xmlns:a="http://schemas.openxmlformats.org/drawingml/2006/main">
              <a:ext uri="{FF2B5EF4-FFF2-40B4-BE49-F238E27FC236}">
                <a16:creationId xmlns:a16="http://schemas.microsoft.com/office/drawing/2014/main" id="{DD3D5AE5-98D2-43C1-A1CA-807D7FD0F29C}"/>
              </a:ext>
            </a:extLst>
          </p:cNvPr>
          <p:cNvSpPr>
            <a:spLocks xmlns:a="http://schemas.openxmlformats.org/drawingml/2006/main" noGrp="1"/>
          </p:cNvSpPr>
          <p:nvPr/>
        </p:nvSpPr>
        <p:spPr>
          <a:xfrm xmlns:a="http://schemas.openxmlformats.org/drawingml/2006/main">
            <a:off x="694944" y="6519672"/>
            <a:ext cx="8229600" cy="17373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900">
                <a:solidFill>
                  <a:srgbClr val="5C6D80"/>
                </a:solidFill>
                <a:latin typeface="NanumSquare"/>
                <a:ea typeface="NanumSquare"/>
                <a:cs typeface="NanumSquare"/>
              </a:rPr>
              <a:t>CAREFRAME  /  CODEX HACKATHON 2026</a:t>
            </a:r>
            <a:endParaRPr sz="900"/>
          </a:p>
        </p:txBody>
      </p:sp>
      <p:sp>
        <p:nvSpPr>
          <p:cNvPr id="8" name="Text 6">
            <a:extLst xmlns:a="http://schemas.openxmlformats.org/drawingml/2006/main">
              <a:ext uri="{FF2B5EF4-FFF2-40B4-BE49-F238E27FC236}">
                <a16:creationId xmlns:a16="http://schemas.microsoft.com/office/drawing/2014/main" id="{D47ADFA9-EBE9-4377-B437-66884BAC8F34}"/>
              </a:ext>
            </a:extLst>
          </p:cNvPr>
          <p:cNvSpPr>
            <a:spLocks xmlns:a="http://schemas.openxmlformats.org/drawingml/2006/main" noGrp="1"/>
          </p:cNvSpPr>
          <p:nvPr/>
        </p:nvSpPr>
        <p:spPr>
          <a:xfrm xmlns:a="http://schemas.openxmlformats.org/drawingml/2006/main">
            <a:off x="10652760" y="6501384"/>
            <a:ext cx="9144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900">
                <a:solidFill>
                  <a:srgbClr val="5C6D80"/>
                </a:solidFill>
                <a:latin typeface="NanumSquare"/>
                <a:ea typeface="NanumSquare"/>
                <a:cs typeface="NanumSquare"/>
              </a:rPr>
              <a:t>10 / 10</a:t>
            </a:r>
            <a:endParaRPr sz="900"/>
          </a:p>
        </p:txBody>
      </p:sp>
      <p:sp>
        <p:nvSpPr>
          <p:cNvPr id="9" name="Shape 7">
            <a:extLst xmlns:a="http://schemas.openxmlformats.org/drawingml/2006/main">
              <a:ext uri="{FF2B5EF4-FFF2-40B4-BE49-F238E27FC236}">
                <a16:creationId xmlns:a16="http://schemas.microsoft.com/office/drawing/2014/main" id="{7BB67D85-3B03-40A4-A14E-3BC8DDCC8E0F}"/>
              </a:ext>
            </a:extLst>
          </p:cNvPr>
          <p:cNvSpPr>
            <a:spLocks xmlns:a="http://schemas.openxmlformats.org/drawingml/2006/main" noGrp="1"/>
          </p:cNvSpPr>
          <p:nvPr/>
        </p:nvSpPr>
        <p:spPr>
          <a:xfrm xmlns:a="http://schemas.openxmlformats.org/drawingml/2006/main">
            <a:off x="749808" y="1975104"/>
            <a:ext cx="10698480" cy="2907792"/>
          </a:xfrm>
          <a:prstGeom xmlns:a="http://schemas.openxmlformats.org/drawingml/2006/main" prst="roundRect">
            <a:avLst>
              <a:gd name="adj" fmla="val 5660"/>
            </a:avLst>
          </a:prstGeom>
          <a:solidFill xmlns:a="http://schemas.openxmlformats.org/drawingml/2006/main">
            <a:srgbClr val="14233E"/>
          </a:solidFill>
          <a:ln xmlns:a="http://schemas.openxmlformats.org/drawingml/2006/main" w="12700">
            <a:solidFill>
              <a:srgbClr val="14233E"/>
            </a:solidFill>
            <a:prstDash val="solid"/>
          </a:ln>
        </p:spPr>
      </p:sp>
      <p:sp>
        <p:nvSpPr>
          <p:cNvPr id="10" name="Text 8">
            <a:extLst xmlns:a="http://schemas.openxmlformats.org/drawingml/2006/main">
              <a:ext uri="{FF2B5EF4-FFF2-40B4-BE49-F238E27FC236}">
                <a16:creationId xmlns:a16="http://schemas.microsoft.com/office/drawing/2014/main" id="{AC0FBBCF-0C92-414C-9E27-9BE2B697199D}"/>
              </a:ext>
            </a:extLst>
          </p:cNvPr>
          <p:cNvSpPr>
            <a:spLocks xmlns:a="http://schemas.openxmlformats.org/drawingml/2006/main" noGrp="1"/>
          </p:cNvSpPr>
          <p:nvPr/>
        </p:nvSpPr>
        <p:spPr>
          <a:xfrm xmlns:a="http://schemas.openxmlformats.org/drawingml/2006/main">
            <a:off x="1234440" y="2587752"/>
            <a:ext cx="9765792" cy="1481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2700" b="1">
                <a:solidFill>
                  <a:srgbClr val="FFFFFF"/>
                </a:solidFill>
                <a:latin typeface="NanumSquare"/>
                <a:ea typeface="NanumSquare"/>
                <a:cs typeface="NanumSquare"/>
              </a:rPr>
              <a:t>“챗봇 답변에서 끝내지 않고,</a:t>
            </a:r>
            <a:endParaRPr sz="2700"/>
          </a:p>
          <a:p xmlns:a="http://schemas.openxmlformats.org/drawingml/2006/main">
            <a:pPr marL="0" indent="0" algn="ctr">
              <a:buNone/>
            </a:pPr>
            <a:r>
              <a:rPr sz="2700" b="1">
                <a:solidFill>
                  <a:srgbClr val="FFFFFF"/>
                </a:solidFill>
                <a:latin typeface="NanumSquare"/>
                <a:ea typeface="NanumSquare"/>
                <a:cs typeface="NanumSquare"/>
              </a:rPr>
              <a:t>환자의 말을 근거가 남는 기록으로 바꾸어</a:t>
            </a:r>
          </a:p>
          <a:p xmlns:a="http://schemas.openxmlformats.org/drawingml/2006/main">
            <a:pPr marL="0" indent="0" algn="ctr">
              <a:buNone/>
            </a:pPr>
            <a:r>
              <a:rPr sz="2700" b="1">
                <a:solidFill>
                  <a:srgbClr val="FFFFFF"/>
                </a:solidFill>
                <a:latin typeface="NanumSquare"/>
                <a:ea typeface="NanumSquare"/>
                <a:cs typeface="NanumSquare"/>
              </a:rPr>
              <a:t>의료진 검토까지 이어집니다.”</a:t>
            </a:r>
          </a:p>
        </p:txBody>
      </p:sp>
      <p:sp>
        <p:nvSpPr>
          <p:cNvPr id="11" name="Text 9">
            <a:extLst xmlns:a="http://schemas.openxmlformats.org/drawingml/2006/main">
              <a:ext uri="{FF2B5EF4-FFF2-40B4-BE49-F238E27FC236}">
                <a16:creationId xmlns:a16="http://schemas.microsoft.com/office/drawing/2014/main" id="{012661FD-D84F-4355-BF43-FCCDBDDA649A}"/>
              </a:ext>
            </a:extLst>
          </p:cNvPr>
          <p:cNvSpPr>
            <a:spLocks xmlns:a="http://schemas.openxmlformats.org/drawingml/2006/main" noGrp="1"/>
          </p:cNvSpPr>
          <p:nvPr/>
        </p:nvSpPr>
        <p:spPr>
          <a:xfrm xmlns:a="http://schemas.openxmlformats.org/drawingml/2006/main">
            <a:off x="987552" y="5166360"/>
            <a:ext cx="1828800" cy="28346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300" b="1">
                <a:solidFill>
                  <a:srgbClr val="12A79D"/>
                </a:solidFill>
                <a:latin typeface="NanumSquare"/>
                <a:ea typeface="NanumSquare"/>
                <a:cs typeface="NanumSquare"/>
              </a:rPr>
              <a:t>심사위원이 볼 증거</a:t>
            </a:r>
            <a:endParaRPr sz="1300"/>
          </a:p>
        </p:txBody>
      </p:sp>
      <p:sp>
        <p:nvSpPr>
          <p:cNvPr id="12" name="Text 10">
            <a:extLst xmlns:a="http://schemas.openxmlformats.org/drawingml/2006/main">
              <a:ext uri="{FF2B5EF4-FFF2-40B4-BE49-F238E27FC236}">
                <a16:creationId xmlns:a16="http://schemas.microsoft.com/office/drawing/2014/main" id="{E1115220-B5C6-4E41-9C97-5B9EA22C7060}"/>
              </a:ext>
            </a:extLst>
          </p:cNvPr>
          <p:cNvSpPr>
            <a:spLocks xmlns:a="http://schemas.openxmlformats.org/drawingml/2006/main" noGrp="1"/>
          </p:cNvSpPr>
          <p:nvPr/>
        </p:nvSpPr>
        <p:spPr>
          <a:xfrm xmlns:a="http://schemas.openxmlformats.org/drawingml/2006/main">
            <a:off x="2816352" y="5120640"/>
            <a:ext cx="8110728" cy="3931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800" b="1">
                <a:solidFill>
                  <a:srgbClr val="14233E"/>
                </a:solidFill>
                <a:latin typeface="NanumSquare"/>
                <a:ea typeface="NanumSquare"/>
                <a:cs typeface="NanumSquare"/>
              </a:rPr>
              <a:t>작동하는 복통 경로 · 발언 근거 · 정정 후 재검토</a:t>
            </a:r>
            <a:endParaRPr sz="1800"/>
          </a:p>
        </p:txBody>
      </p:sp>
      <p:sp>
        <p:nvSpPr>
          <p:cNvPr id="13" name="Text 11">
            <a:extLst xmlns:a="http://schemas.openxmlformats.org/drawingml/2006/main">
              <a:ext uri="{FF2B5EF4-FFF2-40B4-BE49-F238E27FC236}">
                <a16:creationId xmlns:a16="http://schemas.microsoft.com/office/drawing/2014/main" id="{1A456422-CA46-4D7B-85D1-9FF3196170E2}"/>
              </a:ext>
            </a:extLst>
          </p:cNvPr>
          <p:cNvSpPr>
            <a:spLocks xmlns:a="http://schemas.openxmlformats.org/drawingml/2006/main" noGrp="1"/>
          </p:cNvSpPr>
          <p:nvPr/>
        </p:nvSpPr>
        <p:spPr>
          <a:xfrm xmlns:a="http://schemas.openxmlformats.org/drawingml/2006/main">
            <a:off x="941832" y="5843016"/>
            <a:ext cx="1025956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900" b="1">
                <a:solidFill>
                  <a:srgbClr val="12A79D"/>
                </a:solidFill>
                <a:latin typeface="NanumSquare"/>
                <a:ea typeface="NanumSquare"/>
                <a:cs typeface="NanumSquare"/>
              </a:rPr>
              <a:t>CareFrame — 환자의 말을 진료실의 기록으로</a:t>
            </a:r>
            <a:endParaRPr sz="1900"/>
          </a:p>
        </p:txBody>
      </p:sp>
    </p:spTree>
    <p:extLst>
      <p:ext uri="{BB962C8B-B14F-4D97-AF65-F5344CB8AC3E}">
        <p14:creationId xmlns:p14="http://schemas.microsoft.com/office/powerpoint/2010/main" val="559514832"/>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anumSquar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anumSquar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2026-10-09T05:06:17.1740000Z</dcterms:created>
  <dcterms:modified xsi:type="dcterms:W3CDTF">2026-10-09T05:06:17.1740000Z</dcterms:modified>
</coreProperties>
</file>